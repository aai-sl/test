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Override1.xml" ContentType="application/vnd.openxmlformats-officedocument.themeOverr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Override2.xml" ContentType="application/vnd.openxmlformats-officedocument.themeOverride+xml"/>
  <Override PartName="/ppt/theme/themeOverride3.xml" ContentType="application/vnd.openxmlformats-officedocument.themeOverr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Override4.xml" ContentType="application/vnd.openxmlformats-officedocument.themeOverr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Override5.xml" ContentType="application/vnd.openxmlformats-officedocument.themeOverr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Override16.xml" ContentType="application/vnd.openxmlformats-officedocument.themeOverr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heme/themeOverride17.xml" ContentType="application/vnd.openxmlformats-officedocument.themeOverr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heme/themeOverride18.xml" ContentType="application/vnd.openxmlformats-officedocument.themeOverride+xml"/>
  <Override PartName="/ppt/theme/themeOverride19.xml" ContentType="application/vnd.openxmlformats-officedocument.themeOverr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heme/themeOverride20.xml" ContentType="application/vnd.openxmlformats-officedocument.themeOverr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heme/themeOverride21.xml" ContentType="application/vnd.openxmlformats-officedocument.themeOverr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ags/tag52.xml" ContentType="application/vnd.openxmlformats-officedocument.presentationml.tags+xml"/>
  <Override PartName="/ppt/tags/tag53.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heme/themeOverride32.xml" ContentType="application/vnd.openxmlformats-officedocument.themeOverr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heme/themeOverride33.xml" ContentType="application/vnd.openxmlformats-officedocument.themeOverride+xml"/>
  <Override PartName="/ppt/theme/themeOverride34.xml" ContentType="application/vnd.openxmlformats-officedocument.themeOverr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heme/themeOverride35.xml" ContentType="application/vnd.openxmlformats-officedocument.themeOverr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heme/themeOverride36.xml" ContentType="application/vnd.openxmlformats-officedocument.themeOverr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theme/themeOverride42.xml" ContentType="application/vnd.openxmlformats-officedocument.themeOverride+xml"/>
  <Override PartName="/ppt/theme/themeOverride43.xml" ContentType="application/vnd.openxmlformats-officedocument.themeOverride+xml"/>
  <Override PartName="/ppt/theme/themeOverride44.xml" ContentType="application/vnd.openxmlformats-officedocument.themeOverride+xml"/>
  <Override PartName="/ppt/theme/themeOverride45.xml" ContentType="application/vnd.openxmlformats-officedocument.themeOverride+xml"/>
  <Override PartName="/ppt/theme/themeOverride46.xml" ContentType="application/vnd.openxmlformats-officedocument.themeOverr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heme/themeOverride47.xml" ContentType="application/vnd.openxmlformats-officedocument.themeOverr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3.xml" ContentType="application/vnd.openxmlformats-officedocument.them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heme/themeOverride48.xml" ContentType="application/vnd.openxmlformats-officedocument.themeOverr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heme/themeOverride49.xml" ContentType="application/vnd.openxmlformats-officedocument.themeOverride+xml"/>
  <Override PartName="/ppt/theme/themeOverride50.xml" ContentType="application/vnd.openxmlformats-officedocument.themeOverr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Override51.xml" ContentType="application/vnd.openxmlformats-officedocument.themeOverr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heme/themeOverride52.xml" ContentType="application/vnd.openxmlformats-officedocument.themeOverr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heme/themeOverride53.xml" ContentType="application/vnd.openxmlformats-officedocument.themeOverride+xml"/>
  <Override PartName="/ppt/theme/themeOverride54.xml" ContentType="application/vnd.openxmlformats-officedocument.themeOverride+xml"/>
  <Override PartName="/ppt/theme/themeOverride55.xml" ContentType="application/vnd.openxmlformats-officedocument.themeOverride+xml"/>
  <Override PartName="/ppt/theme/themeOverride56.xml" ContentType="application/vnd.openxmlformats-officedocument.themeOverride+xml"/>
  <Override PartName="/ppt/theme/themeOverride57.xml" ContentType="application/vnd.openxmlformats-officedocument.themeOverride+xml"/>
  <Override PartName="/ppt/theme/themeOverride58.xml" ContentType="application/vnd.openxmlformats-officedocument.themeOverride+xml"/>
  <Override PartName="/ppt/theme/themeOverride59.xml" ContentType="application/vnd.openxmlformats-officedocument.themeOverride+xml"/>
  <Override PartName="/ppt/theme/themeOverride60.xml" ContentType="application/vnd.openxmlformats-officedocument.themeOverride+xml"/>
  <Override PartName="/ppt/theme/themeOverride61.xml" ContentType="application/vnd.openxmlformats-officedocument.themeOverride+xml"/>
  <Override PartName="/ppt/theme/themeOverride62.xml" ContentType="application/vnd.openxmlformats-officedocument.themeOverr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heme/themeOverride63.xml" ContentType="application/vnd.openxmlformats-officedocument.themeOverrid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heme/themeOverride64.xml" ContentType="application/vnd.openxmlformats-officedocument.themeOverr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heme/themeOverride65.xml" ContentType="application/vnd.openxmlformats-officedocument.themeOverride+xml"/>
  <Override PartName="/ppt/theme/themeOverride66.xml" ContentType="application/vnd.openxmlformats-officedocument.themeOverr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heme/themeOverride67.xml" ContentType="application/vnd.openxmlformats-officedocument.themeOverride+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heme/themeOverride68.xml" ContentType="application/vnd.openxmlformats-officedocument.themeOverrid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heme/themeOverride69.xml" ContentType="application/vnd.openxmlformats-officedocument.themeOverride+xml"/>
  <Override PartName="/ppt/theme/themeOverride70.xml" ContentType="application/vnd.openxmlformats-officedocument.themeOverride+xml"/>
  <Override PartName="/ppt/theme/themeOverride71.xml" ContentType="application/vnd.openxmlformats-officedocument.themeOverride+xml"/>
  <Override PartName="/ppt/theme/themeOverride72.xml" ContentType="application/vnd.openxmlformats-officedocument.themeOverride+xml"/>
  <Override PartName="/ppt/theme/themeOverride73.xml" ContentType="application/vnd.openxmlformats-officedocument.themeOverride+xml"/>
  <Override PartName="/ppt/theme/themeOverride74.xml" ContentType="application/vnd.openxmlformats-officedocument.themeOverride+xml"/>
  <Override PartName="/ppt/theme/themeOverride75.xml" ContentType="application/vnd.openxmlformats-officedocument.themeOverride+xml"/>
  <Override PartName="/ppt/theme/themeOverride76.xml" ContentType="application/vnd.openxmlformats-officedocument.themeOverride+xml"/>
  <Override PartName="/ppt/theme/themeOverride77.xml" ContentType="application/vnd.openxmlformats-officedocument.themeOverrid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4.xml" ContentType="application/vnd.openxmlformats-officedocument.theme+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heme/themeOverride78.xml" ContentType="application/vnd.openxmlformats-officedocument.themeOverr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heme/themeOverride79.xml" ContentType="application/vnd.openxmlformats-officedocument.themeOverride+xml"/>
  <Override PartName="/ppt/theme/themeOverride80.xml" ContentType="application/vnd.openxmlformats-officedocument.themeOverride+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heme/themeOverride81.xml" ContentType="application/vnd.openxmlformats-officedocument.themeOverr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heme/themeOverride82.xml" ContentType="application/vnd.openxmlformats-officedocument.themeOverride+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heme/themeOverride83.xml" ContentType="application/vnd.openxmlformats-officedocument.themeOverride+xml"/>
  <Override PartName="/ppt/theme/themeOverride84.xml" ContentType="application/vnd.openxmlformats-officedocument.themeOverride+xml"/>
  <Override PartName="/ppt/theme/themeOverride85.xml" ContentType="application/vnd.openxmlformats-officedocument.themeOverride+xml"/>
  <Override PartName="/ppt/theme/themeOverride86.xml" ContentType="application/vnd.openxmlformats-officedocument.themeOverride+xml"/>
  <Override PartName="/ppt/theme/themeOverride87.xml" ContentType="application/vnd.openxmlformats-officedocument.themeOverride+xml"/>
  <Override PartName="/ppt/theme/themeOverride88.xml" ContentType="application/vnd.openxmlformats-officedocument.themeOverride+xml"/>
  <Override PartName="/ppt/theme/themeOverride89.xml" ContentType="application/vnd.openxmlformats-officedocument.themeOverride+xml"/>
  <Override PartName="/ppt/theme/themeOverride90.xml" ContentType="application/vnd.openxmlformats-officedocument.themeOverride+xml"/>
  <Override PartName="/ppt/theme/themeOverride91.xml" ContentType="application/vnd.openxmlformats-officedocument.themeOverride+xml"/>
  <Override PartName="/ppt/theme/themeOverride92.xml" ContentType="application/vnd.openxmlformats-officedocument.themeOverride+xml"/>
  <Override PartName="/ppt/theme/themeOverride93.xml" ContentType="application/vnd.openxmlformats-officedocument.themeOverr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heme/themeOverride94.xml" ContentType="application/vnd.openxmlformats-officedocument.themeOverr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heme/themeOverride95.xml" ContentType="application/vnd.openxmlformats-officedocument.themeOverride+xml"/>
  <Override PartName="/ppt/tags/tag167.xml" ContentType="application/vnd.openxmlformats-officedocument.presentationml.tags+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5.xml" ContentType="application/vnd.openxmlformats-officedocument.theme+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heme/themeOverride96.xml" ContentType="application/vnd.openxmlformats-officedocument.themeOverride+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heme/themeOverride97.xml" ContentType="application/vnd.openxmlformats-officedocument.themeOverride+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heme/themeOverride98.xml" ContentType="application/vnd.openxmlformats-officedocument.themeOverride+xml"/>
  <Override PartName="/ppt/theme/themeOverride99.xml" ContentType="application/vnd.openxmlformats-officedocument.themeOverride+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heme/themeOverride100.xml" ContentType="application/vnd.openxmlformats-officedocument.themeOverride+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heme/themeOverride101.xml" ContentType="application/vnd.openxmlformats-officedocument.themeOverride+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heme/themeOverride102.xml" ContentType="application/vnd.openxmlformats-officedocument.themeOverrid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heme/themeOverride103.xml" ContentType="application/vnd.openxmlformats-officedocument.themeOverr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heme/themeOverride104.xml" ContentType="application/vnd.openxmlformats-officedocument.themeOverride+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heme/themeOverride105.xml" ContentType="application/vnd.openxmlformats-officedocument.themeOverride+xml"/>
  <Override PartName="/ppt/theme/themeOverride106.xml" ContentType="application/vnd.openxmlformats-officedocument.themeOverride+xml"/>
  <Override PartName="/ppt/theme/themeOverride107.xml" ContentType="application/vnd.openxmlformats-officedocument.themeOverride+xml"/>
  <Override PartName="/ppt/theme/themeOverride108.xml" ContentType="application/vnd.openxmlformats-officedocument.themeOverride+xml"/>
  <Override PartName="/ppt/theme/themeOverride109.xml" ContentType="application/vnd.openxmlformats-officedocument.themeOverride+xml"/>
  <Override PartName="/ppt/theme/themeOverride110.xml" ContentType="application/vnd.openxmlformats-officedocument.themeOverride+xml"/>
  <Override PartName="/ppt/theme/themeOverride111.xml" ContentType="application/vnd.openxmlformats-officedocument.themeOverride+xml"/>
  <Override PartName="/ppt/theme/themeOverride112.xml" ContentType="application/vnd.openxmlformats-officedocument.themeOverride+xml"/>
  <Override PartName="/ppt/theme/themeOverride113.xml" ContentType="application/vnd.openxmlformats-officedocument.themeOverr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heme/themeOverride114.xml" ContentType="application/vnd.openxmlformats-officedocument.themeOverride+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heme/themeOverride115.xml" ContentType="application/vnd.openxmlformats-officedocument.themeOverride+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6.xml" ContentType="application/vnd.openxmlformats-officedocument.theme+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heme/themeOverride116.xml" ContentType="application/vnd.openxmlformats-officedocument.themeOverride+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heme/themeOverride117.xml" ContentType="application/vnd.openxmlformats-officedocument.themeOverride+xml"/>
  <Override PartName="/ppt/theme/themeOverride118.xml" ContentType="application/vnd.openxmlformats-officedocument.themeOverride+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heme/themeOverride119.xml" ContentType="application/vnd.openxmlformats-officedocument.themeOverride+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heme/themeOverride120.xml" ContentType="application/vnd.openxmlformats-officedocument.themeOverride+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heme/themeOverride121.xml" ContentType="application/vnd.openxmlformats-officedocument.themeOverride+xml"/>
  <Override PartName="/ppt/theme/themeOverride122.xml" ContentType="application/vnd.openxmlformats-officedocument.themeOverride+xml"/>
  <Override PartName="/ppt/theme/themeOverride123.xml" ContentType="application/vnd.openxmlformats-officedocument.themeOverride+xml"/>
  <Override PartName="/ppt/theme/themeOverride124.xml" ContentType="application/vnd.openxmlformats-officedocument.themeOverride+xml"/>
  <Override PartName="/ppt/theme/themeOverride125.xml" ContentType="application/vnd.openxmlformats-officedocument.themeOverride+xml"/>
  <Override PartName="/ppt/theme/themeOverride126.xml" ContentType="application/vnd.openxmlformats-officedocument.themeOverride+xml"/>
  <Override PartName="/ppt/theme/themeOverride127.xml" ContentType="application/vnd.openxmlformats-officedocument.themeOverride+xml"/>
  <Override PartName="/ppt/theme/themeOverride128.xml" ContentType="application/vnd.openxmlformats-officedocument.themeOverride+xml"/>
  <Override PartName="/ppt/theme/themeOverride129.xml" ContentType="application/vnd.openxmlformats-officedocument.themeOverride+xml"/>
  <Override PartName="/ppt/theme/themeOverride130.xml" ContentType="application/vnd.openxmlformats-officedocument.themeOverride+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heme/themeOverride131.xml" ContentType="application/vnd.openxmlformats-officedocument.themeOverride+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heme/theme7.xml" ContentType="application/vnd.openxmlformats-officedocument.theme+xml"/>
  <Override PartName="/ppt/tags/tag249.xml" ContentType="application/vnd.openxmlformats-officedocument.presentationml.tags+xml"/>
  <Override PartName="/ppt/tags/tag250.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4"/>
    <p:sldMasterId id="2147483812" r:id="rId5"/>
    <p:sldMasterId id="2147483829" r:id="rId6"/>
    <p:sldMasterId id="2147483863" r:id="rId7"/>
    <p:sldMasterId id="2147483882" r:id="rId8"/>
    <p:sldMasterId id="2147483912" r:id="rId9"/>
  </p:sldMasterIdLst>
  <p:notesMasterIdLst>
    <p:notesMasterId r:id="rId23"/>
  </p:notesMasterIdLst>
  <p:sldIdLst>
    <p:sldId id="256" r:id="rId10"/>
    <p:sldId id="1594" r:id="rId11"/>
    <p:sldId id="1593" r:id="rId12"/>
    <p:sldId id="1598" r:id="rId13"/>
    <p:sldId id="1599" r:id="rId14"/>
    <p:sldId id="1595" r:id="rId15"/>
    <p:sldId id="1600" r:id="rId16"/>
    <p:sldId id="1601" r:id="rId17"/>
    <p:sldId id="1596" r:id="rId18"/>
    <p:sldId id="1597" r:id="rId19"/>
    <p:sldId id="1603" r:id="rId20"/>
    <p:sldId id="1602" r:id="rId21"/>
    <p:sldId id="1604" r:id="rId22"/>
  </p:sldIdLst>
  <p:sldSz cx="12801600" cy="9601200" type="A3"/>
  <p:notesSz cx="6797675" cy="9928225"/>
  <p:defaultTextStyle>
    <a:defPPr>
      <a:defRPr lang="fr-FR"/>
    </a:defPPr>
    <a:lvl1pPr marL="0" algn="l" defTabSz="1075284" rtl="0" eaLnBrk="1" latinLnBrk="0" hangingPunct="1">
      <a:defRPr sz="2117" kern="1200">
        <a:solidFill>
          <a:schemeClr val="tx1"/>
        </a:solidFill>
        <a:latin typeface="+mn-lt"/>
        <a:ea typeface="+mn-ea"/>
        <a:cs typeface="+mn-cs"/>
      </a:defRPr>
    </a:lvl1pPr>
    <a:lvl2pPr marL="537641" algn="l" defTabSz="1075284" rtl="0" eaLnBrk="1" latinLnBrk="0" hangingPunct="1">
      <a:defRPr sz="2117" kern="1200">
        <a:solidFill>
          <a:schemeClr val="tx1"/>
        </a:solidFill>
        <a:latin typeface="+mn-lt"/>
        <a:ea typeface="+mn-ea"/>
        <a:cs typeface="+mn-cs"/>
      </a:defRPr>
    </a:lvl2pPr>
    <a:lvl3pPr marL="1075284" algn="l" defTabSz="1075284" rtl="0" eaLnBrk="1" latinLnBrk="0" hangingPunct="1">
      <a:defRPr sz="2117" kern="1200">
        <a:solidFill>
          <a:schemeClr val="tx1"/>
        </a:solidFill>
        <a:latin typeface="+mn-lt"/>
        <a:ea typeface="+mn-ea"/>
        <a:cs typeface="+mn-cs"/>
      </a:defRPr>
    </a:lvl3pPr>
    <a:lvl4pPr marL="1612926" algn="l" defTabSz="1075284" rtl="0" eaLnBrk="1" latinLnBrk="0" hangingPunct="1">
      <a:defRPr sz="2117" kern="1200">
        <a:solidFill>
          <a:schemeClr val="tx1"/>
        </a:solidFill>
        <a:latin typeface="+mn-lt"/>
        <a:ea typeface="+mn-ea"/>
        <a:cs typeface="+mn-cs"/>
      </a:defRPr>
    </a:lvl4pPr>
    <a:lvl5pPr marL="2150568" algn="l" defTabSz="1075284" rtl="0" eaLnBrk="1" latinLnBrk="0" hangingPunct="1">
      <a:defRPr sz="2117" kern="1200">
        <a:solidFill>
          <a:schemeClr val="tx1"/>
        </a:solidFill>
        <a:latin typeface="+mn-lt"/>
        <a:ea typeface="+mn-ea"/>
        <a:cs typeface="+mn-cs"/>
      </a:defRPr>
    </a:lvl5pPr>
    <a:lvl6pPr marL="2688209" algn="l" defTabSz="1075284" rtl="0" eaLnBrk="1" latinLnBrk="0" hangingPunct="1">
      <a:defRPr sz="2117" kern="1200">
        <a:solidFill>
          <a:schemeClr val="tx1"/>
        </a:solidFill>
        <a:latin typeface="+mn-lt"/>
        <a:ea typeface="+mn-ea"/>
        <a:cs typeface="+mn-cs"/>
      </a:defRPr>
    </a:lvl6pPr>
    <a:lvl7pPr marL="3225850" algn="l" defTabSz="1075284" rtl="0" eaLnBrk="1" latinLnBrk="0" hangingPunct="1">
      <a:defRPr sz="2117" kern="1200">
        <a:solidFill>
          <a:schemeClr val="tx1"/>
        </a:solidFill>
        <a:latin typeface="+mn-lt"/>
        <a:ea typeface="+mn-ea"/>
        <a:cs typeface="+mn-cs"/>
      </a:defRPr>
    </a:lvl7pPr>
    <a:lvl8pPr marL="3763493" algn="l" defTabSz="1075284" rtl="0" eaLnBrk="1" latinLnBrk="0" hangingPunct="1">
      <a:defRPr sz="2117" kern="1200">
        <a:solidFill>
          <a:schemeClr val="tx1"/>
        </a:solidFill>
        <a:latin typeface="+mn-lt"/>
        <a:ea typeface="+mn-ea"/>
        <a:cs typeface="+mn-cs"/>
      </a:defRPr>
    </a:lvl8pPr>
    <a:lvl9pPr marL="4301135" algn="l" defTabSz="1075284" rtl="0" eaLnBrk="1" latinLnBrk="0" hangingPunct="1">
      <a:defRPr sz="2117"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AAB92494-CBEA-4188-A160-91B555E5BA0A}">
          <p14:sldIdLst>
            <p14:sldId id="256"/>
            <p14:sldId id="1594"/>
            <p14:sldId id="1593"/>
            <p14:sldId id="1598"/>
            <p14:sldId id="1599"/>
            <p14:sldId id="1595"/>
            <p14:sldId id="1600"/>
            <p14:sldId id="1601"/>
            <p14:sldId id="1596"/>
            <p14:sldId id="1597"/>
            <p14:sldId id="1603"/>
            <p14:sldId id="1602"/>
            <p14:sldId id="160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78C956-7DA1-89F1-2A4E-9A924AC7FE25}" name="FAUVEL Nicolas" initials="FN" userId="S::nicolas.fauvel@swisslife.fr::3d94ffe0-de21-41e8-bf96-865713209627" providerId="AD"/>
  <p188:author id="{4D3B7359-0912-8A06-F80F-CE9FD6528F4B}" name="CAVELIER Benjamin" initials="BC" userId="S::benjamin.cavelier@swisslife.fr::581f7c3b-663c-4cf7-9260-7e329c79d13f" providerId="AD"/>
  <p188:author id="{186AED59-BBDA-6377-8096-D6A8B10A2104}" name="DUBOIS Fabrice" initials="FD" userId="S::fabrice.dubois@swisslife.fr::a29f0776-2194-4ec8-9d90-c5eb98554611" providerId="AD"/>
  <p188:author id="{BA0D675E-6D52-147A-017A-357B5BB98A68}" name="CHOQUET Xavier" initials="" userId="S::xavier.choquet@swisslife.fr::0ee7d564-9feb-4518-9a7d-b0c2ec3c7d4c" providerId="AD"/>
  <p188:author id="{96B9FB73-C3F1-61AE-4042-831DF4F2993A}" name="DUBOIS Emmanuel" initials="ED" userId="S::emmanuel.dubois@swisslife.fr::1d36c6ef-03fb-4920-88b5-d665477f31a9" providerId="AD"/>
  <p188:author id="{553F8774-94E7-2CAD-8779-0B2F310D3C06}" name="Xavier BRUCKER" initials="XB" userId="S::xavier.brucker@mews-partners.com::860467df-cac1-48ea-8b32-73712549d0f8" providerId="AD"/>
  <p188:author id="{276CA477-7A02-C2B3-FD40-F347DCA36F3F}" name="Utilisateur invité" initials="Ui" userId="S::urn:spo:anon#39a7f8c0e56044dc5b0b6939c65df9836b83ddf26a07e52f37d7a343daa5b68d::" providerId="AD"/>
  <p188:author id="{D64FE4A2-96A7-A145-E5C7-5E1BC7DF5B4C}" name="RIBERA Pierre" initials="RP" userId="S::pierre.ribera@swisslife.fr::b540b2b3-d7cd-4c7f-b74f-6cccb282d516" providerId="AD"/>
  <p188:author id="{A56DB1E2-FBFD-F9AB-6FEB-5467BB905C14}" name="MARCHAND Pierre" initials="PM" userId="S::pierre.marchand@swisslife.fr::5b8c1655-ee01-4903-ac1f-dd26581cffe8" providerId="AD"/>
  <p188:author id="{6D68C6E4-0B45-FD46-34DB-4B661A46782B}" name="HILLY Anne-Claire" initials="HAC" userId="S::anneclaire.hilly@swisslife.fr::3cd6aa16-26b0-4453-b7b7-0c941f46986f" providerId="AD"/>
  <p188:author id="{768841EC-6CAF-A563-8CB0-6AD99B277947}" name="PHAN TRONG Christian" initials="CP" userId="S::christian.phantrong@swisslife.fr::9780cf5b-fa96-48e4-8bc0-a0f6670c246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2272C9"/>
    <a:srgbClr val="70AD47"/>
    <a:srgbClr val="000000"/>
    <a:srgbClr val="F4606E"/>
    <a:srgbClr val="DEDEDE"/>
    <a:srgbClr val="AAAAAA"/>
    <a:srgbClr val="FAB6B6"/>
    <a:srgbClr val="83D3E8"/>
    <a:srgbClr val="AFA1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06" autoAdjust="0"/>
    <p:restoredTop sz="94660"/>
  </p:normalViewPr>
  <p:slideViewPr>
    <p:cSldViewPr snapToGrid="0">
      <p:cViewPr varScale="1">
        <p:scale>
          <a:sx n="55" d="100"/>
          <a:sy n="55" d="100"/>
        </p:scale>
        <p:origin x="106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2.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notesMaster" Target="notesMasters/notesMaster1.xml"/><Relationship Id="rId28" Type="http://schemas.microsoft.com/office/2018/10/relationships/authors" Target="authors.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BEF5E1-2475-4ABA-AD7E-D035B36EED99}"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fr-FR"/>
        </a:p>
      </dgm:t>
    </dgm:pt>
    <dgm:pt modelId="{E3EFEF40-16FF-488B-82A6-A0C0385DF742}">
      <dgm:prSet phldrT="[Texte]" phldr="0"/>
      <dgm:spPr/>
      <dgm:t>
        <a:bodyPr/>
        <a:lstStyle/>
        <a:p>
          <a:r>
            <a:rPr lang="fr-FR" dirty="0"/>
            <a:t>connexion</a:t>
          </a:r>
        </a:p>
      </dgm:t>
    </dgm:pt>
    <dgm:pt modelId="{2260421B-A850-47EF-A0FA-59CB6E41FA40}" type="parTrans" cxnId="{0C1F60BD-595D-4A77-A69D-6C78647C54FE}">
      <dgm:prSet/>
      <dgm:spPr/>
      <dgm:t>
        <a:bodyPr/>
        <a:lstStyle/>
        <a:p>
          <a:endParaRPr lang="fr-FR"/>
        </a:p>
      </dgm:t>
    </dgm:pt>
    <dgm:pt modelId="{56D6DCB5-7D24-4362-A0DA-ADE309839A87}" type="sibTrans" cxnId="{0C1F60BD-595D-4A77-A69D-6C78647C54FE}">
      <dgm:prSet/>
      <dgm:spPr/>
      <dgm:t>
        <a:bodyPr/>
        <a:lstStyle/>
        <a:p>
          <a:endParaRPr lang="fr-FR"/>
        </a:p>
      </dgm:t>
    </dgm:pt>
    <dgm:pt modelId="{8A283316-0ADB-4E5A-B240-CCFF092DF142}">
      <dgm:prSet phldrT="[Texte]" phldr="0"/>
      <dgm:spPr/>
      <dgm:t>
        <a:bodyPr/>
        <a:lstStyle/>
        <a:p>
          <a:r>
            <a:rPr lang="fr-FR" dirty="0"/>
            <a:t>Santé Individuelle &amp; transverse</a:t>
          </a:r>
        </a:p>
      </dgm:t>
    </dgm:pt>
    <dgm:pt modelId="{009A63A7-E3AF-4330-9631-52CDA3140E8E}" type="parTrans" cxnId="{9B30A9EE-0CB7-4F5F-B681-E1FC154F3099}">
      <dgm:prSet/>
      <dgm:spPr/>
      <dgm:t>
        <a:bodyPr/>
        <a:lstStyle/>
        <a:p>
          <a:endParaRPr lang="fr-FR"/>
        </a:p>
      </dgm:t>
    </dgm:pt>
    <dgm:pt modelId="{C649BB3A-46AC-441C-A8F2-DB24F45E26C0}" type="sibTrans" cxnId="{9B30A9EE-0CB7-4F5F-B681-E1FC154F3099}">
      <dgm:prSet/>
      <dgm:spPr/>
      <dgm:t>
        <a:bodyPr/>
        <a:lstStyle/>
        <a:p>
          <a:endParaRPr lang="fr-FR"/>
        </a:p>
      </dgm:t>
    </dgm:pt>
    <dgm:pt modelId="{260D33FC-F07B-4DA7-9F00-33FE281E5862}">
      <dgm:prSet phldrT="[Texte]" phldr="0"/>
      <dgm:spPr/>
      <dgm:t>
        <a:bodyPr/>
        <a:lstStyle/>
        <a:p>
          <a:r>
            <a:rPr lang="fr-FR" dirty="0"/>
            <a:t>Choisir typologie Facture hôpital clinique tiers</a:t>
          </a:r>
        </a:p>
      </dgm:t>
    </dgm:pt>
    <dgm:pt modelId="{2FB7428D-E8D0-4645-8C18-5BC9B9FC1447}" type="parTrans" cxnId="{25A27C5A-9DEB-4256-82EC-90E833262C5E}">
      <dgm:prSet/>
      <dgm:spPr/>
      <dgm:t>
        <a:bodyPr/>
        <a:lstStyle/>
        <a:p>
          <a:endParaRPr lang="fr-FR"/>
        </a:p>
      </dgm:t>
    </dgm:pt>
    <dgm:pt modelId="{DE04DDD8-740C-4AD3-BED5-27F7508F59DF}" type="sibTrans" cxnId="{25A27C5A-9DEB-4256-82EC-90E833262C5E}">
      <dgm:prSet/>
      <dgm:spPr/>
      <dgm:t>
        <a:bodyPr/>
        <a:lstStyle/>
        <a:p>
          <a:endParaRPr lang="fr-FR"/>
        </a:p>
      </dgm:t>
    </dgm:pt>
    <dgm:pt modelId="{10D55A3A-906E-452A-8841-B0AAF45EEA5C}" type="pres">
      <dgm:prSet presAssocID="{2FBEF5E1-2475-4ABA-AD7E-D035B36EED99}" presName="rootnode" presStyleCnt="0">
        <dgm:presLayoutVars>
          <dgm:chMax/>
          <dgm:chPref/>
          <dgm:dir/>
          <dgm:animLvl val="lvl"/>
        </dgm:presLayoutVars>
      </dgm:prSet>
      <dgm:spPr/>
    </dgm:pt>
    <dgm:pt modelId="{4CD3DED3-E309-4208-B07D-07F967F2E122}" type="pres">
      <dgm:prSet presAssocID="{E3EFEF40-16FF-488B-82A6-A0C0385DF742}" presName="composite" presStyleCnt="0"/>
      <dgm:spPr/>
    </dgm:pt>
    <dgm:pt modelId="{21EAE3BA-7547-4A5F-8FD3-58E43BD48829}" type="pres">
      <dgm:prSet presAssocID="{E3EFEF40-16FF-488B-82A6-A0C0385DF742}" presName="bentUpArrow1" presStyleLbl="alignImgPlace1" presStyleIdx="0" presStyleCnt="2"/>
      <dgm:spPr/>
    </dgm:pt>
    <dgm:pt modelId="{FF890016-61B4-459F-8880-D22A90CDC715}" type="pres">
      <dgm:prSet presAssocID="{E3EFEF40-16FF-488B-82A6-A0C0385DF742}" presName="ParentText" presStyleLbl="node1" presStyleIdx="0" presStyleCnt="3" custLinFactNeighborX="1232" custLinFactNeighborY="9417">
        <dgm:presLayoutVars>
          <dgm:chMax val="1"/>
          <dgm:chPref val="1"/>
          <dgm:bulletEnabled val="1"/>
        </dgm:presLayoutVars>
      </dgm:prSet>
      <dgm:spPr/>
    </dgm:pt>
    <dgm:pt modelId="{C23C04A4-BBFC-4CED-BD72-60FE7784D471}" type="pres">
      <dgm:prSet presAssocID="{E3EFEF40-16FF-488B-82A6-A0C0385DF742}" presName="ChildText" presStyleLbl="revTx" presStyleIdx="0" presStyleCnt="2">
        <dgm:presLayoutVars>
          <dgm:chMax val="0"/>
          <dgm:chPref val="0"/>
          <dgm:bulletEnabled val="1"/>
        </dgm:presLayoutVars>
      </dgm:prSet>
      <dgm:spPr/>
    </dgm:pt>
    <dgm:pt modelId="{231528B3-C5D7-40B4-AE28-EFA3C9C547AF}" type="pres">
      <dgm:prSet presAssocID="{56D6DCB5-7D24-4362-A0DA-ADE309839A87}" presName="sibTrans" presStyleCnt="0"/>
      <dgm:spPr/>
    </dgm:pt>
    <dgm:pt modelId="{D44FB12F-B4F6-4D00-88AA-925B586200E6}" type="pres">
      <dgm:prSet presAssocID="{8A283316-0ADB-4E5A-B240-CCFF092DF142}" presName="composite" presStyleCnt="0"/>
      <dgm:spPr/>
    </dgm:pt>
    <dgm:pt modelId="{16B136DF-DBC7-44B1-AF35-C32EB19382C7}" type="pres">
      <dgm:prSet presAssocID="{8A283316-0ADB-4E5A-B240-CCFF092DF142}" presName="bentUpArrow1" presStyleLbl="alignImgPlace1" presStyleIdx="1" presStyleCnt="2"/>
      <dgm:spPr/>
    </dgm:pt>
    <dgm:pt modelId="{563ADA6E-36D3-418D-933A-6F4A37425B5D}" type="pres">
      <dgm:prSet presAssocID="{8A283316-0ADB-4E5A-B240-CCFF092DF142}" presName="ParentText" presStyleLbl="node1" presStyleIdx="1" presStyleCnt="3">
        <dgm:presLayoutVars>
          <dgm:chMax val="1"/>
          <dgm:chPref val="1"/>
          <dgm:bulletEnabled val="1"/>
        </dgm:presLayoutVars>
      </dgm:prSet>
      <dgm:spPr/>
    </dgm:pt>
    <dgm:pt modelId="{467E42ED-7DE4-4D5E-9109-200116CB0CEC}" type="pres">
      <dgm:prSet presAssocID="{8A283316-0ADB-4E5A-B240-CCFF092DF142}" presName="ChildText" presStyleLbl="revTx" presStyleIdx="1" presStyleCnt="2">
        <dgm:presLayoutVars>
          <dgm:chMax val="0"/>
          <dgm:chPref val="0"/>
          <dgm:bulletEnabled val="1"/>
        </dgm:presLayoutVars>
      </dgm:prSet>
      <dgm:spPr/>
    </dgm:pt>
    <dgm:pt modelId="{B6A47203-CDD0-4460-BE73-33AD0BA51E7D}" type="pres">
      <dgm:prSet presAssocID="{C649BB3A-46AC-441C-A8F2-DB24F45E26C0}" presName="sibTrans" presStyleCnt="0"/>
      <dgm:spPr/>
    </dgm:pt>
    <dgm:pt modelId="{7B54213A-BB0F-40DE-9317-CF6CE757BB03}" type="pres">
      <dgm:prSet presAssocID="{260D33FC-F07B-4DA7-9F00-33FE281E5862}" presName="composite" presStyleCnt="0"/>
      <dgm:spPr/>
    </dgm:pt>
    <dgm:pt modelId="{7E4E1B56-5785-46BA-806F-78FAE93F7737}" type="pres">
      <dgm:prSet presAssocID="{260D33FC-F07B-4DA7-9F00-33FE281E5862}" presName="ParentText" presStyleLbl="node1" presStyleIdx="2" presStyleCnt="3">
        <dgm:presLayoutVars>
          <dgm:chMax val="1"/>
          <dgm:chPref val="1"/>
          <dgm:bulletEnabled val="1"/>
        </dgm:presLayoutVars>
      </dgm:prSet>
      <dgm:spPr/>
    </dgm:pt>
  </dgm:ptLst>
  <dgm:cxnLst>
    <dgm:cxn modelId="{72A95504-72E3-4059-8595-AE6EF2FDEB64}" type="presOf" srcId="{260D33FC-F07B-4DA7-9F00-33FE281E5862}" destId="{7E4E1B56-5785-46BA-806F-78FAE93F7737}" srcOrd="0" destOrd="0" presId="urn:microsoft.com/office/officeart/2005/8/layout/StepDownProcess"/>
    <dgm:cxn modelId="{2FC8280A-3FBC-40A8-93B9-FAD5F8D19E25}" type="presOf" srcId="{8A283316-0ADB-4E5A-B240-CCFF092DF142}" destId="{563ADA6E-36D3-418D-933A-6F4A37425B5D}" srcOrd="0" destOrd="0" presId="urn:microsoft.com/office/officeart/2005/8/layout/StepDownProcess"/>
    <dgm:cxn modelId="{A425A125-15E6-419F-84EC-FBEEE176E239}" type="presOf" srcId="{2FBEF5E1-2475-4ABA-AD7E-D035B36EED99}" destId="{10D55A3A-906E-452A-8841-B0AAF45EEA5C}" srcOrd="0" destOrd="0" presId="urn:microsoft.com/office/officeart/2005/8/layout/StepDownProcess"/>
    <dgm:cxn modelId="{4B5FC248-DE48-4BC8-8B0E-633244A79574}" type="presOf" srcId="{E3EFEF40-16FF-488B-82A6-A0C0385DF742}" destId="{FF890016-61B4-459F-8880-D22A90CDC715}" srcOrd="0" destOrd="0" presId="urn:microsoft.com/office/officeart/2005/8/layout/StepDownProcess"/>
    <dgm:cxn modelId="{25A27C5A-9DEB-4256-82EC-90E833262C5E}" srcId="{2FBEF5E1-2475-4ABA-AD7E-D035B36EED99}" destId="{260D33FC-F07B-4DA7-9F00-33FE281E5862}" srcOrd="2" destOrd="0" parTransId="{2FB7428D-E8D0-4645-8C18-5BC9B9FC1447}" sibTransId="{DE04DDD8-740C-4AD3-BED5-27F7508F59DF}"/>
    <dgm:cxn modelId="{0C1F60BD-595D-4A77-A69D-6C78647C54FE}" srcId="{2FBEF5E1-2475-4ABA-AD7E-D035B36EED99}" destId="{E3EFEF40-16FF-488B-82A6-A0C0385DF742}" srcOrd="0" destOrd="0" parTransId="{2260421B-A850-47EF-A0FA-59CB6E41FA40}" sibTransId="{56D6DCB5-7D24-4362-A0DA-ADE309839A87}"/>
    <dgm:cxn modelId="{9B30A9EE-0CB7-4F5F-B681-E1FC154F3099}" srcId="{2FBEF5E1-2475-4ABA-AD7E-D035B36EED99}" destId="{8A283316-0ADB-4E5A-B240-CCFF092DF142}" srcOrd="1" destOrd="0" parTransId="{009A63A7-E3AF-4330-9631-52CDA3140E8E}" sibTransId="{C649BB3A-46AC-441C-A8F2-DB24F45E26C0}"/>
    <dgm:cxn modelId="{BBFDE571-EAB4-40B7-AAC4-E84C4614AD1F}" type="presParOf" srcId="{10D55A3A-906E-452A-8841-B0AAF45EEA5C}" destId="{4CD3DED3-E309-4208-B07D-07F967F2E122}" srcOrd="0" destOrd="0" presId="urn:microsoft.com/office/officeart/2005/8/layout/StepDownProcess"/>
    <dgm:cxn modelId="{72A62CE5-57A9-4D11-9E1C-17D0274926D2}" type="presParOf" srcId="{4CD3DED3-E309-4208-B07D-07F967F2E122}" destId="{21EAE3BA-7547-4A5F-8FD3-58E43BD48829}" srcOrd="0" destOrd="0" presId="urn:microsoft.com/office/officeart/2005/8/layout/StepDownProcess"/>
    <dgm:cxn modelId="{813805B7-3486-488F-8AF8-43FDF524B5A5}" type="presParOf" srcId="{4CD3DED3-E309-4208-B07D-07F967F2E122}" destId="{FF890016-61B4-459F-8880-D22A90CDC715}" srcOrd="1" destOrd="0" presId="urn:microsoft.com/office/officeart/2005/8/layout/StepDownProcess"/>
    <dgm:cxn modelId="{93B207A5-8FDE-4C0F-BE49-E2AE624F3B27}" type="presParOf" srcId="{4CD3DED3-E309-4208-B07D-07F967F2E122}" destId="{C23C04A4-BBFC-4CED-BD72-60FE7784D471}" srcOrd="2" destOrd="0" presId="urn:microsoft.com/office/officeart/2005/8/layout/StepDownProcess"/>
    <dgm:cxn modelId="{CB57736E-9B21-4491-8040-7214B119C432}" type="presParOf" srcId="{10D55A3A-906E-452A-8841-B0AAF45EEA5C}" destId="{231528B3-C5D7-40B4-AE28-EFA3C9C547AF}" srcOrd="1" destOrd="0" presId="urn:microsoft.com/office/officeart/2005/8/layout/StepDownProcess"/>
    <dgm:cxn modelId="{091B9E01-F438-427A-8B01-387852799376}" type="presParOf" srcId="{10D55A3A-906E-452A-8841-B0AAF45EEA5C}" destId="{D44FB12F-B4F6-4D00-88AA-925B586200E6}" srcOrd="2" destOrd="0" presId="urn:microsoft.com/office/officeart/2005/8/layout/StepDownProcess"/>
    <dgm:cxn modelId="{79DC7654-5ABD-4107-93FD-B5AC5BF5860C}" type="presParOf" srcId="{D44FB12F-B4F6-4D00-88AA-925B586200E6}" destId="{16B136DF-DBC7-44B1-AF35-C32EB19382C7}" srcOrd="0" destOrd="0" presId="urn:microsoft.com/office/officeart/2005/8/layout/StepDownProcess"/>
    <dgm:cxn modelId="{28D4A11C-EEBC-49B1-8CDF-9F5E2BDB73E4}" type="presParOf" srcId="{D44FB12F-B4F6-4D00-88AA-925B586200E6}" destId="{563ADA6E-36D3-418D-933A-6F4A37425B5D}" srcOrd="1" destOrd="0" presId="urn:microsoft.com/office/officeart/2005/8/layout/StepDownProcess"/>
    <dgm:cxn modelId="{ED8DB746-283A-4C02-A6F7-5BE170952CE2}" type="presParOf" srcId="{D44FB12F-B4F6-4D00-88AA-925B586200E6}" destId="{467E42ED-7DE4-4D5E-9109-200116CB0CEC}" srcOrd="2" destOrd="0" presId="urn:microsoft.com/office/officeart/2005/8/layout/StepDownProcess"/>
    <dgm:cxn modelId="{BF080003-5B36-40CB-82BD-85BBD030F52C}" type="presParOf" srcId="{10D55A3A-906E-452A-8841-B0AAF45EEA5C}" destId="{B6A47203-CDD0-4460-BE73-33AD0BA51E7D}" srcOrd="3" destOrd="0" presId="urn:microsoft.com/office/officeart/2005/8/layout/StepDownProcess"/>
    <dgm:cxn modelId="{040A16FA-E5E2-4213-82CE-25AF4966A1E3}" type="presParOf" srcId="{10D55A3A-906E-452A-8841-B0AAF45EEA5C}" destId="{7B54213A-BB0F-40DE-9317-CF6CE757BB03}" srcOrd="4" destOrd="0" presId="urn:microsoft.com/office/officeart/2005/8/layout/StepDownProcess"/>
    <dgm:cxn modelId="{EFF6E0E3-919C-47E5-B9A0-43B3E1EF765A}" type="presParOf" srcId="{7B54213A-BB0F-40DE-9317-CF6CE757BB03}" destId="{7E4E1B56-5785-46BA-806F-78FAE93F7737}" srcOrd="0" destOrd="0" presId="urn:microsoft.com/office/officeart/2005/8/layout/StepDownProces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BEF5E1-2475-4ABA-AD7E-D035B36EED99}"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fr-FR"/>
        </a:p>
      </dgm:t>
    </dgm:pt>
    <dgm:pt modelId="{E3EFEF40-16FF-488B-82A6-A0C0385DF742}">
      <dgm:prSet phldrT="[Texte]" phldr="0"/>
      <dgm:spPr/>
      <dgm:t>
        <a:bodyPr/>
        <a:lstStyle/>
        <a:p>
          <a:r>
            <a:rPr lang="fr-FR" dirty="0"/>
            <a:t>connexion</a:t>
          </a:r>
        </a:p>
      </dgm:t>
    </dgm:pt>
    <dgm:pt modelId="{2260421B-A850-47EF-A0FA-59CB6E41FA40}" type="parTrans" cxnId="{0C1F60BD-595D-4A77-A69D-6C78647C54FE}">
      <dgm:prSet/>
      <dgm:spPr/>
      <dgm:t>
        <a:bodyPr/>
        <a:lstStyle/>
        <a:p>
          <a:endParaRPr lang="fr-FR"/>
        </a:p>
      </dgm:t>
    </dgm:pt>
    <dgm:pt modelId="{56D6DCB5-7D24-4362-A0DA-ADE309839A87}" type="sibTrans" cxnId="{0C1F60BD-595D-4A77-A69D-6C78647C54FE}">
      <dgm:prSet/>
      <dgm:spPr/>
      <dgm:t>
        <a:bodyPr/>
        <a:lstStyle/>
        <a:p>
          <a:endParaRPr lang="fr-FR"/>
        </a:p>
      </dgm:t>
    </dgm:pt>
    <dgm:pt modelId="{8A283316-0ADB-4E5A-B240-CCFF092DF142}">
      <dgm:prSet phldrT="[Texte]" phldr="0"/>
      <dgm:spPr/>
      <dgm:t>
        <a:bodyPr/>
        <a:lstStyle/>
        <a:p>
          <a:r>
            <a:rPr lang="fr-FR" dirty="0"/>
            <a:t>Santé Individuelle &amp; transverse</a:t>
          </a:r>
        </a:p>
      </dgm:t>
    </dgm:pt>
    <dgm:pt modelId="{009A63A7-E3AF-4330-9631-52CDA3140E8E}" type="parTrans" cxnId="{9B30A9EE-0CB7-4F5F-B681-E1FC154F3099}">
      <dgm:prSet/>
      <dgm:spPr/>
      <dgm:t>
        <a:bodyPr/>
        <a:lstStyle/>
        <a:p>
          <a:endParaRPr lang="fr-FR"/>
        </a:p>
      </dgm:t>
    </dgm:pt>
    <dgm:pt modelId="{C649BB3A-46AC-441C-A8F2-DB24F45E26C0}" type="sibTrans" cxnId="{9B30A9EE-0CB7-4F5F-B681-E1FC154F3099}">
      <dgm:prSet/>
      <dgm:spPr/>
      <dgm:t>
        <a:bodyPr/>
        <a:lstStyle/>
        <a:p>
          <a:endParaRPr lang="fr-FR"/>
        </a:p>
      </dgm:t>
    </dgm:pt>
    <dgm:pt modelId="{260D33FC-F07B-4DA7-9F00-33FE281E5862}">
      <dgm:prSet phldrT="[Texte]" phldr="0"/>
      <dgm:spPr/>
      <dgm:t>
        <a:bodyPr/>
        <a:lstStyle/>
        <a:p>
          <a:r>
            <a:rPr lang="fr-FR" dirty="0"/>
            <a:t>Choisir typologie Facture hôpital clinique tiers</a:t>
          </a:r>
        </a:p>
      </dgm:t>
    </dgm:pt>
    <dgm:pt modelId="{2FB7428D-E8D0-4645-8C18-5BC9B9FC1447}" type="parTrans" cxnId="{25A27C5A-9DEB-4256-82EC-90E833262C5E}">
      <dgm:prSet/>
      <dgm:spPr/>
      <dgm:t>
        <a:bodyPr/>
        <a:lstStyle/>
        <a:p>
          <a:endParaRPr lang="fr-FR"/>
        </a:p>
      </dgm:t>
    </dgm:pt>
    <dgm:pt modelId="{DE04DDD8-740C-4AD3-BED5-27F7508F59DF}" type="sibTrans" cxnId="{25A27C5A-9DEB-4256-82EC-90E833262C5E}">
      <dgm:prSet/>
      <dgm:spPr/>
      <dgm:t>
        <a:bodyPr/>
        <a:lstStyle/>
        <a:p>
          <a:endParaRPr lang="fr-FR"/>
        </a:p>
      </dgm:t>
    </dgm:pt>
    <dgm:pt modelId="{10D55A3A-906E-452A-8841-B0AAF45EEA5C}" type="pres">
      <dgm:prSet presAssocID="{2FBEF5E1-2475-4ABA-AD7E-D035B36EED99}" presName="rootnode" presStyleCnt="0">
        <dgm:presLayoutVars>
          <dgm:chMax/>
          <dgm:chPref/>
          <dgm:dir/>
          <dgm:animLvl val="lvl"/>
        </dgm:presLayoutVars>
      </dgm:prSet>
      <dgm:spPr/>
    </dgm:pt>
    <dgm:pt modelId="{4CD3DED3-E309-4208-B07D-07F967F2E122}" type="pres">
      <dgm:prSet presAssocID="{E3EFEF40-16FF-488B-82A6-A0C0385DF742}" presName="composite" presStyleCnt="0"/>
      <dgm:spPr/>
    </dgm:pt>
    <dgm:pt modelId="{21EAE3BA-7547-4A5F-8FD3-58E43BD48829}" type="pres">
      <dgm:prSet presAssocID="{E3EFEF40-16FF-488B-82A6-A0C0385DF742}" presName="bentUpArrow1" presStyleLbl="alignImgPlace1" presStyleIdx="0" presStyleCnt="2"/>
      <dgm:spPr/>
    </dgm:pt>
    <dgm:pt modelId="{FF890016-61B4-459F-8880-D22A90CDC715}" type="pres">
      <dgm:prSet presAssocID="{E3EFEF40-16FF-488B-82A6-A0C0385DF742}" presName="ParentText" presStyleLbl="node1" presStyleIdx="0" presStyleCnt="3" custLinFactNeighborX="1232" custLinFactNeighborY="9417">
        <dgm:presLayoutVars>
          <dgm:chMax val="1"/>
          <dgm:chPref val="1"/>
          <dgm:bulletEnabled val="1"/>
        </dgm:presLayoutVars>
      </dgm:prSet>
      <dgm:spPr/>
    </dgm:pt>
    <dgm:pt modelId="{C23C04A4-BBFC-4CED-BD72-60FE7784D471}" type="pres">
      <dgm:prSet presAssocID="{E3EFEF40-16FF-488B-82A6-A0C0385DF742}" presName="ChildText" presStyleLbl="revTx" presStyleIdx="0" presStyleCnt="2">
        <dgm:presLayoutVars>
          <dgm:chMax val="0"/>
          <dgm:chPref val="0"/>
          <dgm:bulletEnabled val="1"/>
        </dgm:presLayoutVars>
      </dgm:prSet>
      <dgm:spPr/>
    </dgm:pt>
    <dgm:pt modelId="{231528B3-C5D7-40B4-AE28-EFA3C9C547AF}" type="pres">
      <dgm:prSet presAssocID="{56D6DCB5-7D24-4362-A0DA-ADE309839A87}" presName="sibTrans" presStyleCnt="0"/>
      <dgm:spPr/>
    </dgm:pt>
    <dgm:pt modelId="{D44FB12F-B4F6-4D00-88AA-925B586200E6}" type="pres">
      <dgm:prSet presAssocID="{8A283316-0ADB-4E5A-B240-CCFF092DF142}" presName="composite" presStyleCnt="0"/>
      <dgm:spPr/>
    </dgm:pt>
    <dgm:pt modelId="{16B136DF-DBC7-44B1-AF35-C32EB19382C7}" type="pres">
      <dgm:prSet presAssocID="{8A283316-0ADB-4E5A-B240-CCFF092DF142}" presName="bentUpArrow1" presStyleLbl="alignImgPlace1" presStyleIdx="1" presStyleCnt="2"/>
      <dgm:spPr/>
    </dgm:pt>
    <dgm:pt modelId="{563ADA6E-36D3-418D-933A-6F4A37425B5D}" type="pres">
      <dgm:prSet presAssocID="{8A283316-0ADB-4E5A-B240-CCFF092DF142}" presName="ParentText" presStyleLbl="node1" presStyleIdx="1" presStyleCnt="3">
        <dgm:presLayoutVars>
          <dgm:chMax val="1"/>
          <dgm:chPref val="1"/>
          <dgm:bulletEnabled val="1"/>
        </dgm:presLayoutVars>
      </dgm:prSet>
      <dgm:spPr/>
    </dgm:pt>
    <dgm:pt modelId="{467E42ED-7DE4-4D5E-9109-200116CB0CEC}" type="pres">
      <dgm:prSet presAssocID="{8A283316-0ADB-4E5A-B240-CCFF092DF142}" presName="ChildText" presStyleLbl="revTx" presStyleIdx="1" presStyleCnt="2">
        <dgm:presLayoutVars>
          <dgm:chMax val="0"/>
          <dgm:chPref val="0"/>
          <dgm:bulletEnabled val="1"/>
        </dgm:presLayoutVars>
      </dgm:prSet>
      <dgm:spPr/>
    </dgm:pt>
    <dgm:pt modelId="{B6A47203-CDD0-4460-BE73-33AD0BA51E7D}" type="pres">
      <dgm:prSet presAssocID="{C649BB3A-46AC-441C-A8F2-DB24F45E26C0}" presName="sibTrans" presStyleCnt="0"/>
      <dgm:spPr/>
    </dgm:pt>
    <dgm:pt modelId="{7B54213A-BB0F-40DE-9317-CF6CE757BB03}" type="pres">
      <dgm:prSet presAssocID="{260D33FC-F07B-4DA7-9F00-33FE281E5862}" presName="composite" presStyleCnt="0"/>
      <dgm:spPr/>
    </dgm:pt>
    <dgm:pt modelId="{7E4E1B56-5785-46BA-806F-78FAE93F7737}" type="pres">
      <dgm:prSet presAssocID="{260D33FC-F07B-4DA7-9F00-33FE281E5862}" presName="ParentText" presStyleLbl="node1" presStyleIdx="2" presStyleCnt="3">
        <dgm:presLayoutVars>
          <dgm:chMax val="1"/>
          <dgm:chPref val="1"/>
          <dgm:bulletEnabled val="1"/>
        </dgm:presLayoutVars>
      </dgm:prSet>
      <dgm:spPr/>
    </dgm:pt>
  </dgm:ptLst>
  <dgm:cxnLst>
    <dgm:cxn modelId="{72A95504-72E3-4059-8595-AE6EF2FDEB64}" type="presOf" srcId="{260D33FC-F07B-4DA7-9F00-33FE281E5862}" destId="{7E4E1B56-5785-46BA-806F-78FAE93F7737}" srcOrd="0" destOrd="0" presId="urn:microsoft.com/office/officeart/2005/8/layout/StepDownProcess"/>
    <dgm:cxn modelId="{2FC8280A-3FBC-40A8-93B9-FAD5F8D19E25}" type="presOf" srcId="{8A283316-0ADB-4E5A-B240-CCFF092DF142}" destId="{563ADA6E-36D3-418D-933A-6F4A37425B5D}" srcOrd="0" destOrd="0" presId="urn:microsoft.com/office/officeart/2005/8/layout/StepDownProcess"/>
    <dgm:cxn modelId="{A425A125-15E6-419F-84EC-FBEEE176E239}" type="presOf" srcId="{2FBEF5E1-2475-4ABA-AD7E-D035B36EED99}" destId="{10D55A3A-906E-452A-8841-B0AAF45EEA5C}" srcOrd="0" destOrd="0" presId="urn:microsoft.com/office/officeart/2005/8/layout/StepDownProcess"/>
    <dgm:cxn modelId="{4B5FC248-DE48-4BC8-8B0E-633244A79574}" type="presOf" srcId="{E3EFEF40-16FF-488B-82A6-A0C0385DF742}" destId="{FF890016-61B4-459F-8880-D22A90CDC715}" srcOrd="0" destOrd="0" presId="urn:microsoft.com/office/officeart/2005/8/layout/StepDownProcess"/>
    <dgm:cxn modelId="{25A27C5A-9DEB-4256-82EC-90E833262C5E}" srcId="{2FBEF5E1-2475-4ABA-AD7E-D035B36EED99}" destId="{260D33FC-F07B-4DA7-9F00-33FE281E5862}" srcOrd="2" destOrd="0" parTransId="{2FB7428D-E8D0-4645-8C18-5BC9B9FC1447}" sibTransId="{DE04DDD8-740C-4AD3-BED5-27F7508F59DF}"/>
    <dgm:cxn modelId="{0C1F60BD-595D-4A77-A69D-6C78647C54FE}" srcId="{2FBEF5E1-2475-4ABA-AD7E-D035B36EED99}" destId="{E3EFEF40-16FF-488B-82A6-A0C0385DF742}" srcOrd="0" destOrd="0" parTransId="{2260421B-A850-47EF-A0FA-59CB6E41FA40}" sibTransId="{56D6DCB5-7D24-4362-A0DA-ADE309839A87}"/>
    <dgm:cxn modelId="{9B30A9EE-0CB7-4F5F-B681-E1FC154F3099}" srcId="{2FBEF5E1-2475-4ABA-AD7E-D035B36EED99}" destId="{8A283316-0ADB-4E5A-B240-CCFF092DF142}" srcOrd="1" destOrd="0" parTransId="{009A63A7-E3AF-4330-9631-52CDA3140E8E}" sibTransId="{C649BB3A-46AC-441C-A8F2-DB24F45E26C0}"/>
    <dgm:cxn modelId="{BBFDE571-EAB4-40B7-AAC4-E84C4614AD1F}" type="presParOf" srcId="{10D55A3A-906E-452A-8841-B0AAF45EEA5C}" destId="{4CD3DED3-E309-4208-B07D-07F967F2E122}" srcOrd="0" destOrd="0" presId="urn:microsoft.com/office/officeart/2005/8/layout/StepDownProcess"/>
    <dgm:cxn modelId="{72A62CE5-57A9-4D11-9E1C-17D0274926D2}" type="presParOf" srcId="{4CD3DED3-E309-4208-B07D-07F967F2E122}" destId="{21EAE3BA-7547-4A5F-8FD3-58E43BD48829}" srcOrd="0" destOrd="0" presId="urn:microsoft.com/office/officeart/2005/8/layout/StepDownProcess"/>
    <dgm:cxn modelId="{813805B7-3486-488F-8AF8-43FDF524B5A5}" type="presParOf" srcId="{4CD3DED3-E309-4208-B07D-07F967F2E122}" destId="{FF890016-61B4-459F-8880-D22A90CDC715}" srcOrd="1" destOrd="0" presId="urn:microsoft.com/office/officeart/2005/8/layout/StepDownProcess"/>
    <dgm:cxn modelId="{93B207A5-8FDE-4C0F-BE49-E2AE624F3B27}" type="presParOf" srcId="{4CD3DED3-E309-4208-B07D-07F967F2E122}" destId="{C23C04A4-BBFC-4CED-BD72-60FE7784D471}" srcOrd="2" destOrd="0" presId="urn:microsoft.com/office/officeart/2005/8/layout/StepDownProcess"/>
    <dgm:cxn modelId="{CB57736E-9B21-4491-8040-7214B119C432}" type="presParOf" srcId="{10D55A3A-906E-452A-8841-B0AAF45EEA5C}" destId="{231528B3-C5D7-40B4-AE28-EFA3C9C547AF}" srcOrd="1" destOrd="0" presId="urn:microsoft.com/office/officeart/2005/8/layout/StepDownProcess"/>
    <dgm:cxn modelId="{091B9E01-F438-427A-8B01-387852799376}" type="presParOf" srcId="{10D55A3A-906E-452A-8841-B0AAF45EEA5C}" destId="{D44FB12F-B4F6-4D00-88AA-925B586200E6}" srcOrd="2" destOrd="0" presId="urn:microsoft.com/office/officeart/2005/8/layout/StepDownProcess"/>
    <dgm:cxn modelId="{79DC7654-5ABD-4107-93FD-B5AC5BF5860C}" type="presParOf" srcId="{D44FB12F-B4F6-4D00-88AA-925B586200E6}" destId="{16B136DF-DBC7-44B1-AF35-C32EB19382C7}" srcOrd="0" destOrd="0" presId="urn:microsoft.com/office/officeart/2005/8/layout/StepDownProcess"/>
    <dgm:cxn modelId="{28D4A11C-EEBC-49B1-8CDF-9F5E2BDB73E4}" type="presParOf" srcId="{D44FB12F-B4F6-4D00-88AA-925B586200E6}" destId="{563ADA6E-36D3-418D-933A-6F4A37425B5D}" srcOrd="1" destOrd="0" presId="urn:microsoft.com/office/officeart/2005/8/layout/StepDownProcess"/>
    <dgm:cxn modelId="{ED8DB746-283A-4C02-A6F7-5BE170952CE2}" type="presParOf" srcId="{D44FB12F-B4F6-4D00-88AA-925B586200E6}" destId="{467E42ED-7DE4-4D5E-9109-200116CB0CEC}" srcOrd="2" destOrd="0" presId="urn:microsoft.com/office/officeart/2005/8/layout/StepDownProcess"/>
    <dgm:cxn modelId="{BF080003-5B36-40CB-82BD-85BBD030F52C}" type="presParOf" srcId="{10D55A3A-906E-452A-8841-B0AAF45EEA5C}" destId="{B6A47203-CDD0-4460-BE73-33AD0BA51E7D}" srcOrd="3" destOrd="0" presId="urn:microsoft.com/office/officeart/2005/8/layout/StepDownProcess"/>
    <dgm:cxn modelId="{040A16FA-E5E2-4213-82CE-25AF4966A1E3}" type="presParOf" srcId="{10D55A3A-906E-452A-8841-B0AAF45EEA5C}" destId="{7B54213A-BB0F-40DE-9317-CF6CE757BB03}" srcOrd="4" destOrd="0" presId="urn:microsoft.com/office/officeart/2005/8/layout/StepDownProcess"/>
    <dgm:cxn modelId="{EFF6E0E3-919C-47E5-B9A0-43B3E1EF765A}" type="presParOf" srcId="{7B54213A-BB0F-40DE-9317-CF6CE757BB03}" destId="{7E4E1B56-5785-46BA-806F-78FAE93F7737}" srcOrd="0" destOrd="0" presId="urn:microsoft.com/office/officeart/2005/8/layout/StepDownProces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EAE3BA-7547-4A5F-8FD3-58E43BD48829}">
      <dsp:nvSpPr>
        <dsp:cNvPr id="0" name=""/>
        <dsp:cNvSpPr/>
      </dsp:nvSpPr>
      <dsp:spPr>
        <a:xfrm rot="5400000">
          <a:off x="720620" y="626768"/>
          <a:ext cx="554322" cy="63107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F890016-61B4-459F-8880-D22A90CDC715}">
      <dsp:nvSpPr>
        <dsp:cNvPr id="0" name=""/>
        <dsp:cNvSpPr/>
      </dsp:nvSpPr>
      <dsp:spPr>
        <a:xfrm>
          <a:off x="585254" y="73800"/>
          <a:ext cx="933152" cy="65317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connexion</a:t>
          </a:r>
        </a:p>
      </dsp:txBody>
      <dsp:txXfrm>
        <a:off x="617145" y="105691"/>
        <a:ext cx="869370" cy="589394"/>
      </dsp:txXfrm>
    </dsp:sp>
    <dsp:sp modelId="{C23C04A4-BBFC-4CED-BD72-60FE7784D471}">
      <dsp:nvSpPr>
        <dsp:cNvPr id="0" name=""/>
        <dsp:cNvSpPr/>
      </dsp:nvSpPr>
      <dsp:spPr>
        <a:xfrm>
          <a:off x="1506910" y="74585"/>
          <a:ext cx="678686" cy="527925"/>
        </a:xfrm>
        <a:prstGeom prst="rect">
          <a:avLst/>
        </a:prstGeom>
        <a:noFill/>
        <a:ln>
          <a:noFill/>
        </a:ln>
        <a:effectLst/>
      </dsp:spPr>
      <dsp:style>
        <a:lnRef idx="0">
          <a:scrgbClr r="0" g="0" b="0"/>
        </a:lnRef>
        <a:fillRef idx="0">
          <a:scrgbClr r="0" g="0" b="0"/>
        </a:fillRef>
        <a:effectRef idx="0">
          <a:scrgbClr r="0" g="0" b="0"/>
        </a:effectRef>
        <a:fontRef idx="minor"/>
      </dsp:style>
    </dsp:sp>
    <dsp:sp modelId="{16B136DF-DBC7-44B1-AF35-C32EB19382C7}">
      <dsp:nvSpPr>
        <dsp:cNvPr id="0" name=""/>
        <dsp:cNvSpPr/>
      </dsp:nvSpPr>
      <dsp:spPr>
        <a:xfrm rot="5400000">
          <a:off x="1494302" y="1360500"/>
          <a:ext cx="554322" cy="63107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63ADA6E-36D3-418D-933A-6F4A37425B5D}">
      <dsp:nvSpPr>
        <dsp:cNvPr id="0" name=""/>
        <dsp:cNvSpPr/>
      </dsp:nvSpPr>
      <dsp:spPr>
        <a:xfrm>
          <a:off x="1347440" y="746023"/>
          <a:ext cx="933152" cy="65317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Santé Individuelle &amp; transverse</a:t>
          </a:r>
        </a:p>
      </dsp:txBody>
      <dsp:txXfrm>
        <a:off x="1379331" y="777914"/>
        <a:ext cx="869370" cy="589394"/>
      </dsp:txXfrm>
    </dsp:sp>
    <dsp:sp modelId="{467E42ED-7DE4-4D5E-9109-200116CB0CEC}">
      <dsp:nvSpPr>
        <dsp:cNvPr id="0" name=""/>
        <dsp:cNvSpPr/>
      </dsp:nvSpPr>
      <dsp:spPr>
        <a:xfrm>
          <a:off x="2280593" y="808318"/>
          <a:ext cx="678686" cy="527925"/>
        </a:xfrm>
        <a:prstGeom prst="rect">
          <a:avLst/>
        </a:prstGeom>
        <a:noFill/>
        <a:ln>
          <a:noFill/>
        </a:ln>
        <a:effectLst/>
      </dsp:spPr>
      <dsp:style>
        <a:lnRef idx="0">
          <a:scrgbClr r="0" g="0" b="0"/>
        </a:lnRef>
        <a:fillRef idx="0">
          <a:scrgbClr r="0" g="0" b="0"/>
        </a:fillRef>
        <a:effectRef idx="0">
          <a:scrgbClr r="0" g="0" b="0"/>
        </a:effectRef>
        <a:fontRef idx="minor"/>
      </dsp:style>
    </dsp:sp>
    <dsp:sp modelId="{7E4E1B56-5785-46BA-806F-78FAE93F7737}">
      <dsp:nvSpPr>
        <dsp:cNvPr id="0" name=""/>
        <dsp:cNvSpPr/>
      </dsp:nvSpPr>
      <dsp:spPr>
        <a:xfrm>
          <a:off x="2121123" y="1479755"/>
          <a:ext cx="933152" cy="65317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Choisir typologie Facture hôpital clinique tiers</a:t>
          </a:r>
        </a:p>
      </dsp:txBody>
      <dsp:txXfrm>
        <a:off x="2153014" y="1511646"/>
        <a:ext cx="869370" cy="5893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EAE3BA-7547-4A5F-8FD3-58E43BD48829}">
      <dsp:nvSpPr>
        <dsp:cNvPr id="0" name=""/>
        <dsp:cNvSpPr/>
      </dsp:nvSpPr>
      <dsp:spPr>
        <a:xfrm rot="5400000">
          <a:off x="720620" y="626768"/>
          <a:ext cx="554322" cy="63107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F890016-61B4-459F-8880-D22A90CDC715}">
      <dsp:nvSpPr>
        <dsp:cNvPr id="0" name=""/>
        <dsp:cNvSpPr/>
      </dsp:nvSpPr>
      <dsp:spPr>
        <a:xfrm>
          <a:off x="585254" y="73800"/>
          <a:ext cx="933152" cy="65317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connexion</a:t>
          </a:r>
        </a:p>
      </dsp:txBody>
      <dsp:txXfrm>
        <a:off x="617145" y="105691"/>
        <a:ext cx="869370" cy="589394"/>
      </dsp:txXfrm>
    </dsp:sp>
    <dsp:sp modelId="{C23C04A4-BBFC-4CED-BD72-60FE7784D471}">
      <dsp:nvSpPr>
        <dsp:cNvPr id="0" name=""/>
        <dsp:cNvSpPr/>
      </dsp:nvSpPr>
      <dsp:spPr>
        <a:xfrm>
          <a:off x="1506910" y="74585"/>
          <a:ext cx="678686" cy="527925"/>
        </a:xfrm>
        <a:prstGeom prst="rect">
          <a:avLst/>
        </a:prstGeom>
        <a:noFill/>
        <a:ln>
          <a:noFill/>
        </a:ln>
        <a:effectLst/>
      </dsp:spPr>
      <dsp:style>
        <a:lnRef idx="0">
          <a:scrgbClr r="0" g="0" b="0"/>
        </a:lnRef>
        <a:fillRef idx="0">
          <a:scrgbClr r="0" g="0" b="0"/>
        </a:fillRef>
        <a:effectRef idx="0">
          <a:scrgbClr r="0" g="0" b="0"/>
        </a:effectRef>
        <a:fontRef idx="minor"/>
      </dsp:style>
    </dsp:sp>
    <dsp:sp modelId="{16B136DF-DBC7-44B1-AF35-C32EB19382C7}">
      <dsp:nvSpPr>
        <dsp:cNvPr id="0" name=""/>
        <dsp:cNvSpPr/>
      </dsp:nvSpPr>
      <dsp:spPr>
        <a:xfrm rot="5400000">
          <a:off x="1494302" y="1360500"/>
          <a:ext cx="554322" cy="63107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63ADA6E-36D3-418D-933A-6F4A37425B5D}">
      <dsp:nvSpPr>
        <dsp:cNvPr id="0" name=""/>
        <dsp:cNvSpPr/>
      </dsp:nvSpPr>
      <dsp:spPr>
        <a:xfrm>
          <a:off x="1347440" y="746023"/>
          <a:ext cx="933152" cy="65317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Santé Individuelle &amp; transverse</a:t>
          </a:r>
        </a:p>
      </dsp:txBody>
      <dsp:txXfrm>
        <a:off x="1379331" y="777914"/>
        <a:ext cx="869370" cy="589394"/>
      </dsp:txXfrm>
    </dsp:sp>
    <dsp:sp modelId="{467E42ED-7DE4-4D5E-9109-200116CB0CEC}">
      <dsp:nvSpPr>
        <dsp:cNvPr id="0" name=""/>
        <dsp:cNvSpPr/>
      </dsp:nvSpPr>
      <dsp:spPr>
        <a:xfrm>
          <a:off x="2280593" y="808318"/>
          <a:ext cx="678686" cy="527925"/>
        </a:xfrm>
        <a:prstGeom prst="rect">
          <a:avLst/>
        </a:prstGeom>
        <a:noFill/>
        <a:ln>
          <a:noFill/>
        </a:ln>
        <a:effectLst/>
      </dsp:spPr>
      <dsp:style>
        <a:lnRef idx="0">
          <a:scrgbClr r="0" g="0" b="0"/>
        </a:lnRef>
        <a:fillRef idx="0">
          <a:scrgbClr r="0" g="0" b="0"/>
        </a:fillRef>
        <a:effectRef idx="0">
          <a:scrgbClr r="0" g="0" b="0"/>
        </a:effectRef>
        <a:fontRef idx="minor"/>
      </dsp:style>
    </dsp:sp>
    <dsp:sp modelId="{7E4E1B56-5785-46BA-806F-78FAE93F7737}">
      <dsp:nvSpPr>
        <dsp:cNvPr id="0" name=""/>
        <dsp:cNvSpPr/>
      </dsp:nvSpPr>
      <dsp:spPr>
        <a:xfrm>
          <a:off x="2121123" y="1479755"/>
          <a:ext cx="933152" cy="65317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fr-FR" sz="900" kern="1200" dirty="0"/>
            <a:t>Choisir typologie Facture hôpital clinique tiers</a:t>
          </a:r>
        </a:p>
      </dsp:txBody>
      <dsp:txXfrm>
        <a:off x="2153014" y="1511646"/>
        <a:ext cx="869370" cy="589394"/>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1"/>
            <a:ext cx="2945660" cy="498135"/>
          </a:xfrm>
          <a:prstGeom prst="rect">
            <a:avLst/>
          </a:prstGeom>
        </p:spPr>
        <p:txBody>
          <a:bodyPr vert="horz" lIns="95564" tIns="47781" rIns="95564" bIns="47781" rtlCol="0"/>
          <a:lstStyle>
            <a:lvl1pPr algn="l">
              <a:defRPr sz="1300"/>
            </a:lvl1pPr>
          </a:lstStyle>
          <a:p>
            <a:endParaRPr lang="fr-FR"/>
          </a:p>
        </p:txBody>
      </p:sp>
      <p:sp>
        <p:nvSpPr>
          <p:cNvPr id="3" name="Espace réservé de la date 2"/>
          <p:cNvSpPr>
            <a:spLocks noGrp="1"/>
          </p:cNvSpPr>
          <p:nvPr>
            <p:ph type="dt" idx="1"/>
          </p:nvPr>
        </p:nvSpPr>
        <p:spPr>
          <a:xfrm>
            <a:off x="3850443" y="1"/>
            <a:ext cx="2945660" cy="498135"/>
          </a:xfrm>
          <a:prstGeom prst="rect">
            <a:avLst/>
          </a:prstGeom>
        </p:spPr>
        <p:txBody>
          <a:bodyPr vert="horz" lIns="95564" tIns="47781" rIns="95564" bIns="47781" rtlCol="0"/>
          <a:lstStyle>
            <a:lvl1pPr algn="r">
              <a:defRPr sz="1300"/>
            </a:lvl1pPr>
          </a:lstStyle>
          <a:p>
            <a:fld id="{DE8E104E-74A9-4A5C-AB3C-361FE509ED90}" type="datetimeFigureOut">
              <a:rPr lang="fr-FR" smtClean="0"/>
              <a:t>21/04/2026</a:t>
            </a:fld>
            <a:endParaRPr lang="fr-FR"/>
          </a:p>
        </p:txBody>
      </p:sp>
      <p:sp>
        <p:nvSpPr>
          <p:cNvPr id="4" name="Espace réservé de l'image des diapositives 3"/>
          <p:cNvSpPr>
            <a:spLocks noGrp="1" noRot="1" noChangeAspect="1"/>
          </p:cNvSpPr>
          <p:nvPr>
            <p:ph type="sldImg" idx="2"/>
          </p:nvPr>
        </p:nvSpPr>
        <p:spPr>
          <a:xfrm>
            <a:off x="1165225" y="1241425"/>
            <a:ext cx="4467225" cy="3349625"/>
          </a:xfrm>
          <a:prstGeom prst="rect">
            <a:avLst/>
          </a:prstGeom>
          <a:noFill/>
          <a:ln w="12700">
            <a:solidFill>
              <a:prstClr val="black"/>
            </a:solidFill>
          </a:ln>
        </p:spPr>
        <p:txBody>
          <a:bodyPr vert="horz" lIns="95564" tIns="47781" rIns="95564" bIns="47781" rtlCol="0" anchor="ctr"/>
          <a:lstStyle/>
          <a:p>
            <a:endParaRPr lang="fr-FR"/>
          </a:p>
        </p:txBody>
      </p:sp>
      <p:sp>
        <p:nvSpPr>
          <p:cNvPr id="5" name="Espace réservé des notes 4"/>
          <p:cNvSpPr>
            <a:spLocks noGrp="1"/>
          </p:cNvSpPr>
          <p:nvPr>
            <p:ph type="body" sz="quarter" idx="3"/>
          </p:nvPr>
        </p:nvSpPr>
        <p:spPr>
          <a:xfrm>
            <a:off x="679768" y="4777959"/>
            <a:ext cx="5438140" cy="3909238"/>
          </a:xfrm>
          <a:prstGeom prst="rect">
            <a:avLst/>
          </a:prstGeom>
        </p:spPr>
        <p:txBody>
          <a:bodyPr vert="horz" lIns="95564" tIns="47781" rIns="95564" bIns="47781"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30092"/>
            <a:ext cx="2945660" cy="498134"/>
          </a:xfrm>
          <a:prstGeom prst="rect">
            <a:avLst/>
          </a:prstGeom>
        </p:spPr>
        <p:txBody>
          <a:bodyPr vert="horz" lIns="95564" tIns="47781" rIns="95564" bIns="47781" rtlCol="0" anchor="b"/>
          <a:lstStyle>
            <a:lvl1pPr algn="l">
              <a:defRPr sz="1300"/>
            </a:lvl1pPr>
          </a:lstStyle>
          <a:p>
            <a:endParaRPr lang="fr-FR"/>
          </a:p>
        </p:txBody>
      </p:sp>
      <p:sp>
        <p:nvSpPr>
          <p:cNvPr id="7" name="Espace réservé du numéro de diapositive 6"/>
          <p:cNvSpPr>
            <a:spLocks noGrp="1"/>
          </p:cNvSpPr>
          <p:nvPr>
            <p:ph type="sldNum" sz="quarter" idx="5"/>
          </p:nvPr>
        </p:nvSpPr>
        <p:spPr>
          <a:xfrm>
            <a:off x="3850443" y="9430092"/>
            <a:ext cx="2945660" cy="498134"/>
          </a:xfrm>
          <a:prstGeom prst="rect">
            <a:avLst/>
          </a:prstGeom>
        </p:spPr>
        <p:txBody>
          <a:bodyPr vert="horz" lIns="95564" tIns="47781" rIns="95564" bIns="47781" rtlCol="0" anchor="b"/>
          <a:lstStyle>
            <a:lvl1pPr algn="r">
              <a:defRPr sz="1300"/>
            </a:lvl1pPr>
          </a:lstStyle>
          <a:p>
            <a:fld id="{C47024C4-7095-42BB-8EC6-4852AAB59E12}" type="slidenum">
              <a:rPr lang="fr-FR" smtClean="0"/>
              <a:t>‹N°›</a:t>
            </a:fld>
            <a:endParaRPr lang="fr-FR"/>
          </a:p>
        </p:txBody>
      </p:sp>
    </p:spTree>
    <p:extLst>
      <p:ext uri="{BB962C8B-B14F-4D97-AF65-F5344CB8AC3E}">
        <p14:creationId xmlns:p14="http://schemas.microsoft.com/office/powerpoint/2010/main" val="4162883509"/>
      </p:ext>
    </p:extLst>
  </p:cSld>
  <p:clrMap bg1="lt1" tx1="dk1" bg2="lt2" tx2="dk2" accent1="accent1" accent2="accent2" accent3="accent3" accent4="accent4" accent5="accent5" accent6="accent6" hlink="hlink" folHlink="folHlink"/>
  <p:notesStyle>
    <a:lvl1pPr marL="0" algn="l" defTabSz="1075284" rtl="0" eaLnBrk="1" latinLnBrk="0" hangingPunct="1">
      <a:defRPr sz="1411" kern="1200">
        <a:solidFill>
          <a:schemeClr val="tx1"/>
        </a:solidFill>
        <a:latin typeface="+mn-lt"/>
        <a:ea typeface="+mn-ea"/>
        <a:cs typeface="+mn-cs"/>
      </a:defRPr>
    </a:lvl1pPr>
    <a:lvl2pPr marL="537641" algn="l" defTabSz="1075284" rtl="0" eaLnBrk="1" latinLnBrk="0" hangingPunct="1">
      <a:defRPr sz="1411" kern="1200">
        <a:solidFill>
          <a:schemeClr val="tx1"/>
        </a:solidFill>
        <a:latin typeface="+mn-lt"/>
        <a:ea typeface="+mn-ea"/>
        <a:cs typeface="+mn-cs"/>
      </a:defRPr>
    </a:lvl2pPr>
    <a:lvl3pPr marL="1075284" algn="l" defTabSz="1075284" rtl="0" eaLnBrk="1" latinLnBrk="0" hangingPunct="1">
      <a:defRPr sz="1411" kern="1200">
        <a:solidFill>
          <a:schemeClr val="tx1"/>
        </a:solidFill>
        <a:latin typeface="+mn-lt"/>
        <a:ea typeface="+mn-ea"/>
        <a:cs typeface="+mn-cs"/>
      </a:defRPr>
    </a:lvl3pPr>
    <a:lvl4pPr marL="1612926" algn="l" defTabSz="1075284" rtl="0" eaLnBrk="1" latinLnBrk="0" hangingPunct="1">
      <a:defRPr sz="1411" kern="1200">
        <a:solidFill>
          <a:schemeClr val="tx1"/>
        </a:solidFill>
        <a:latin typeface="+mn-lt"/>
        <a:ea typeface="+mn-ea"/>
        <a:cs typeface="+mn-cs"/>
      </a:defRPr>
    </a:lvl4pPr>
    <a:lvl5pPr marL="2150568" algn="l" defTabSz="1075284" rtl="0" eaLnBrk="1" latinLnBrk="0" hangingPunct="1">
      <a:defRPr sz="1411" kern="1200">
        <a:solidFill>
          <a:schemeClr val="tx1"/>
        </a:solidFill>
        <a:latin typeface="+mn-lt"/>
        <a:ea typeface="+mn-ea"/>
        <a:cs typeface="+mn-cs"/>
      </a:defRPr>
    </a:lvl5pPr>
    <a:lvl6pPr marL="2688209" algn="l" defTabSz="1075284" rtl="0" eaLnBrk="1" latinLnBrk="0" hangingPunct="1">
      <a:defRPr sz="1411" kern="1200">
        <a:solidFill>
          <a:schemeClr val="tx1"/>
        </a:solidFill>
        <a:latin typeface="+mn-lt"/>
        <a:ea typeface="+mn-ea"/>
        <a:cs typeface="+mn-cs"/>
      </a:defRPr>
    </a:lvl6pPr>
    <a:lvl7pPr marL="3225850" algn="l" defTabSz="1075284" rtl="0" eaLnBrk="1" latinLnBrk="0" hangingPunct="1">
      <a:defRPr sz="1411" kern="1200">
        <a:solidFill>
          <a:schemeClr val="tx1"/>
        </a:solidFill>
        <a:latin typeface="+mn-lt"/>
        <a:ea typeface="+mn-ea"/>
        <a:cs typeface="+mn-cs"/>
      </a:defRPr>
    </a:lvl7pPr>
    <a:lvl8pPr marL="3763493" algn="l" defTabSz="1075284" rtl="0" eaLnBrk="1" latinLnBrk="0" hangingPunct="1">
      <a:defRPr sz="1411" kern="1200">
        <a:solidFill>
          <a:schemeClr val="tx1"/>
        </a:solidFill>
        <a:latin typeface="+mn-lt"/>
        <a:ea typeface="+mn-ea"/>
        <a:cs typeface="+mn-cs"/>
      </a:defRPr>
    </a:lvl8pPr>
    <a:lvl9pPr marL="4301135" algn="l" defTabSz="1075284" rtl="0" eaLnBrk="1" latinLnBrk="0" hangingPunct="1">
      <a:defRPr sz="141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24FEE2-ED0C-49AF-9324-900127F43F43}"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8851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9A7A0-5336-0F52-4BCC-08A17DC4B54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17DA195-1864-2A42-E66D-A46ED466955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6A82E41-200A-EEA4-7951-8333925A2ABC}"/>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275A6029-53DF-5737-FECA-14F867FADB8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B6037E-FD10-4B5A-B8DF-BE8A41E026DF}" type="slidenum">
              <a:rPr kumimoji="0" lang="en-GB"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468799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3E156-C726-04D1-2DCE-2886AB88099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992164E-348D-EA98-D91F-F75F1412B67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A151BC2-A70F-F137-F7FC-451F924ABA3E}"/>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2F38D3D-3E59-52ED-46A8-B3834FAB513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B6037E-FD10-4B5A-B8DF-BE8A41E026DF}" type="slidenum">
              <a:rPr kumimoji="0" lang="en-GB"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783347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5E916-A642-4086-8E83-DA36513256B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FB23564-0573-8DB9-BC79-479C5BFDCF6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9D72B17-6ABE-B71E-84B1-F92067DE9E16}"/>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4789454B-9E77-A080-84DB-C73DE1EE41C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B6037E-FD10-4B5A-B8DF-BE8A41E026DF}" type="slidenum">
              <a:rPr kumimoji="0" lang="en-GB"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417474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744C3-7C5C-D3EA-F553-47D716EB087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AE75F4B-C671-B71A-4DD5-C71AEC50F53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AA0BBE4-686A-CA85-88B8-DA78538C58B8}"/>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D93A3542-F7F9-7CF0-1216-A8EDF2AF243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B6037E-FD10-4B5A-B8DF-BE8A41E026DF}" type="slidenum">
              <a:rPr kumimoji="0" lang="en-GB"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474664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B4551-1F76-5650-C80E-3829D8831E8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465C5CF-4818-2607-D1AA-F128B305B9A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7369E6B-F3B1-5D14-8E58-96F1D3CFF2C7}"/>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1CA30E1F-2E0C-F9D3-1EF7-2A6421657BD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B6037E-FD10-4B5A-B8DF-BE8A41E026DF}" type="slidenum">
              <a:rPr kumimoji="0" lang="en-GB"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543023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59FFE-19AE-626A-0B5E-502A9A75073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EE79B2F-75B4-E795-4C55-3CC7CDA9D90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2C07AAE-DA64-DB67-BA62-16808C1A238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6BE03FAC-144F-B924-35C3-5644A0E35F4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B6037E-FD10-4B5A-B8DF-BE8A41E026DF}" type="slidenum">
              <a:rPr kumimoji="0" lang="en-GB"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83500088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7.xml"/><Relationship Id="rId7" Type="http://schemas.openxmlformats.org/officeDocument/2006/relationships/tags" Target="../tags/tag11.xml"/><Relationship Id="rId2" Type="http://schemas.openxmlformats.org/officeDocument/2006/relationships/tags" Target="../tags/tag6.xml"/><Relationship Id="rId1" Type="http://schemas.openxmlformats.org/officeDocument/2006/relationships/themeOverride" Target="../theme/themeOverride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9"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1.emf"/><Relationship Id="rId2" Type="http://schemas.openxmlformats.org/officeDocument/2006/relationships/tags" Target="../tags/tag12.xml"/><Relationship Id="rId1" Type="http://schemas.openxmlformats.org/officeDocument/2006/relationships/themeOverride" Target="../theme/themeOverride3.xml"/><Relationship Id="rId6" Type="http://schemas.openxmlformats.org/officeDocument/2006/relationships/slideMaster" Target="../slideMasters/slideMaster1.xml"/><Relationship Id="rId5" Type="http://schemas.openxmlformats.org/officeDocument/2006/relationships/tags" Target="../tags/tag15.xml"/><Relationship Id="rId4" Type="http://schemas.openxmlformats.org/officeDocument/2006/relationships/tags" Target="../tags/tag14.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1.emf"/><Relationship Id="rId2" Type="http://schemas.openxmlformats.org/officeDocument/2006/relationships/tags" Target="../tags/tag16.xml"/><Relationship Id="rId1" Type="http://schemas.openxmlformats.org/officeDocument/2006/relationships/themeOverride" Target="../theme/themeOverride4.xml"/><Relationship Id="rId6" Type="http://schemas.openxmlformats.org/officeDocument/2006/relationships/slideMaster" Target="../slideMasters/slideMaster1.xml"/><Relationship Id="rId5" Type="http://schemas.openxmlformats.org/officeDocument/2006/relationships/tags" Target="../tags/tag19.xml"/><Relationship Id="rId4" Type="http://schemas.openxmlformats.org/officeDocument/2006/relationships/tags" Target="../tags/tag18.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1.xml"/><Relationship Id="rId7"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hemeOverride" Target="../theme/themeOverride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6.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7.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8.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9.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0.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2.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3.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4.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26.xml"/><Relationship Id="rId7" Type="http://schemas.openxmlformats.org/officeDocument/2006/relationships/image" Target="../media/image1.emf"/><Relationship Id="rId2" Type="http://schemas.openxmlformats.org/officeDocument/2006/relationships/tags" Target="../tags/tag25.xml"/><Relationship Id="rId1" Type="http://schemas.openxmlformats.org/officeDocument/2006/relationships/themeOverride" Target="../theme/themeOverride15.xml"/><Relationship Id="rId6" Type="http://schemas.openxmlformats.org/officeDocument/2006/relationships/slideMaster" Target="../slideMasters/slideMaster1.xml"/><Relationship Id="rId5" Type="http://schemas.openxmlformats.org/officeDocument/2006/relationships/tags" Target="../tags/tag28.xml"/><Relationship Id="rId4" Type="http://schemas.openxmlformats.org/officeDocument/2006/relationships/tags" Target="../tags/tag27.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0.xml"/><Relationship Id="rId7"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themeOverride" Target="../theme/themeOverride16.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hemeOverride" Target="../theme/themeOverride17.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8.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image" Target="../media/image1.emf"/><Relationship Id="rId2" Type="http://schemas.openxmlformats.org/officeDocument/2006/relationships/tags" Target="../tags/tag39.xml"/><Relationship Id="rId1" Type="http://schemas.openxmlformats.org/officeDocument/2006/relationships/themeOverride" Target="../theme/themeOverride19.xml"/><Relationship Id="rId6" Type="http://schemas.openxmlformats.org/officeDocument/2006/relationships/slideMaster" Target="../slideMasters/slideMaster1.xml"/><Relationship Id="rId5" Type="http://schemas.openxmlformats.org/officeDocument/2006/relationships/tags" Target="../tags/tag42.xml"/><Relationship Id="rId4" Type="http://schemas.openxmlformats.org/officeDocument/2006/relationships/tags" Target="../tags/tag41.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1.emf"/><Relationship Id="rId2" Type="http://schemas.openxmlformats.org/officeDocument/2006/relationships/tags" Target="../tags/tag43.xml"/><Relationship Id="rId1" Type="http://schemas.openxmlformats.org/officeDocument/2006/relationships/themeOverride" Target="../theme/themeOverride20.xml"/><Relationship Id="rId6" Type="http://schemas.openxmlformats.org/officeDocument/2006/relationships/slideMaster" Target="../slideMasters/slideMaster1.xml"/><Relationship Id="rId5" Type="http://schemas.openxmlformats.org/officeDocument/2006/relationships/tags" Target="../tags/tag46.xml"/><Relationship Id="rId4" Type="http://schemas.openxmlformats.org/officeDocument/2006/relationships/tags" Target="../tags/tag45.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48.xml"/><Relationship Id="rId7"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themeOverride" Target="../theme/themeOverride21.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2.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3.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4.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5.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6.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7.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8.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9.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0.xml"/></Relationships>
</file>

<file path=ppt/slideLayouts/_rels/slideLayout3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2.xml"/><Relationship Id="rId1" Type="http://schemas.openxmlformats.org/officeDocument/2006/relationships/themeOverride" Target="../theme/themeOverride31.xml"/><Relationship Id="rId5" Type="http://schemas.openxmlformats.org/officeDocument/2006/relationships/image" Target="../media/image4.emf"/><Relationship Id="rId4" Type="http://schemas.openxmlformats.org/officeDocument/2006/relationships/oleObject" Target="../embeddings/oleObject1.bin"/></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4.emf"/></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60.xml"/><Relationship Id="rId7"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themeOverride" Target="../theme/themeOverride32.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3.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65.xml"/><Relationship Id="rId7" Type="http://schemas.openxmlformats.org/officeDocument/2006/relationships/image" Target="../media/image1.emf"/><Relationship Id="rId2" Type="http://schemas.openxmlformats.org/officeDocument/2006/relationships/tags" Target="../tags/tag64.xml"/><Relationship Id="rId1" Type="http://schemas.openxmlformats.org/officeDocument/2006/relationships/themeOverride" Target="../theme/themeOverride34.xml"/><Relationship Id="rId6" Type="http://schemas.openxmlformats.org/officeDocument/2006/relationships/slideMaster" Target="../slideMasters/slideMaster2.xml"/><Relationship Id="rId5" Type="http://schemas.openxmlformats.org/officeDocument/2006/relationships/tags" Target="../tags/tag67.xml"/><Relationship Id="rId4" Type="http://schemas.openxmlformats.org/officeDocument/2006/relationships/tags" Target="../tags/tag66.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69.xml"/><Relationship Id="rId7" Type="http://schemas.openxmlformats.org/officeDocument/2006/relationships/image" Target="../media/image1.emf"/><Relationship Id="rId2" Type="http://schemas.openxmlformats.org/officeDocument/2006/relationships/tags" Target="../tags/tag68.xml"/><Relationship Id="rId1" Type="http://schemas.openxmlformats.org/officeDocument/2006/relationships/themeOverride" Target="../theme/themeOverride35.xml"/><Relationship Id="rId6" Type="http://schemas.openxmlformats.org/officeDocument/2006/relationships/slideMaster" Target="../slideMasters/slideMaster2.xml"/><Relationship Id="rId5" Type="http://schemas.openxmlformats.org/officeDocument/2006/relationships/tags" Target="../tags/tag71.xml"/><Relationship Id="rId4" Type="http://schemas.openxmlformats.org/officeDocument/2006/relationships/tags" Target="../tags/tag70.xml"/></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73.xml"/><Relationship Id="rId7"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themeOverride" Target="../theme/themeOverride36.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7.xml"/></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8.xml"/></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9.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0.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1.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2.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3.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4.xml"/></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5.xml"/></Relationships>
</file>

<file path=ppt/slideLayouts/_rels/slideLayout48.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hemeOverride" Target="../theme/themeOverride46.xml"/><Relationship Id="rId6" Type="http://schemas.openxmlformats.org/officeDocument/2006/relationships/image" Target="../media/image1.emf"/><Relationship Id="rId5" Type="http://schemas.openxmlformats.org/officeDocument/2006/relationships/slideMaster" Target="../slideMasters/slideMaster2.xml"/><Relationship Id="rId4" Type="http://schemas.openxmlformats.org/officeDocument/2006/relationships/tags" Target="../tags/tag79.xml"/></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81.xml"/><Relationship Id="rId7" Type="http://schemas.openxmlformats.org/officeDocument/2006/relationships/slideMaster" Target="../slideMasters/slideMaster2.xml"/><Relationship Id="rId2" Type="http://schemas.openxmlformats.org/officeDocument/2006/relationships/tags" Target="../tags/tag80.xml"/><Relationship Id="rId1" Type="http://schemas.openxmlformats.org/officeDocument/2006/relationships/themeOverride" Target="../theme/themeOverride47.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s>
</file>

<file path=ppt/slideLayouts/_rels/slideLayout50.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hemeOverride" Target="../theme/themeOverride48.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 Id="rId9"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49.xml"/></Relationships>
</file>

<file path=ppt/slideLayouts/_rels/slideLayout52.xml.rels><?xml version="1.0" encoding="UTF-8" standalone="yes"?>
<Relationships xmlns="http://schemas.openxmlformats.org/package/2006/relationships"><Relationship Id="rId3" Type="http://schemas.openxmlformats.org/officeDocument/2006/relationships/tags" Target="../tags/tag97.xml"/><Relationship Id="rId7" Type="http://schemas.openxmlformats.org/officeDocument/2006/relationships/image" Target="../media/image1.emf"/><Relationship Id="rId2" Type="http://schemas.openxmlformats.org/officeDocument/2006/relationships/tags" Target="../tags/tag96.xml"/><Relationship Id="rId1" Type="http://schemas.openxmlformats.org/officeDocument/2006/relationships/themeOverride" Target="../theme/themeOverride50.xml"/><Relationship Id="rId6" Type="http://schemas.openxmlformats.org/officeDocument/2006/relationships/slideMaster" Target="../slideMasters/slideMaster3.xml"/><Relationship Id="rId5" Type="http://schemas.openxmlformats.org/officeDocument/2006/relationships/tags" Target="../tags/tag99.xml"/><Relationship Id="rId4" Type="http://schemas.openxmlformats.org/officeDocument/2006/relationships/tags" Target="../tags/tag98.xml"/></Relationships>
</file>

<file path=ppt/slideLayouts/_rels/slideLayout53.xml.rels><?xml version="1.0" encoding="UTF-8" standalone="yes"?>
<Relationships xmlns="http://schemas.openxmlformats.org/package/2006/relationships"><Relationship Id="rId3" Type="http://schemas.openxmlformats.org/officeDocument/2006/relationships/tags" Target="../tags/tag101.xml"/><Relationship Id="rId7" Type="http://schemas.openxmlformats.org/officeDocument/2006/relationships/image" Target="../media/image1.emf"/><Relationship Id="rId2" Type="http://schemas.openxmlformats.org/officeDocument/2006/relationships/tags" Target="../tags/tag100.xml"/><Relationship Id="rId1" Type="http://schemas.openxmlformats.org/officeDocument/2006/relationships/themeOverride" Target="../theme/themeOverride51.xml"/><Relationship Id="rId6" Type="http://schemas.openxmlformats.org/officeDocument/2006/relationships/slideMaster" Target="../slideMasters/slideMaster3.xml"/><Relationship Id="rId5" Type="http://schemas.openxmlformats.org/officeDocument/2006/relationships/tags" Target="../tags/tag103.xml"/><Relationship Id="rId4" Type="http://schemas.openxmlformats.org/officeDocument/2006/relationships/tags" Target="../tags/tag102.xml"/></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05.xml"/><Relationship Id="rId7" Type="http://schemas.openxmlformats.org/officeDocument/2006/relationships/slideMaster" Target="../slideMasters/slideMaster3.xml"/><Relationship Id="rId2" Type="http://schemas.openxmlformats.org/officeDocument/2006/relationships/tags" Target="../tags/tag104.xml"/><Relationship Id="rId1" Type="http://schemas.openxmlformats.org/officeDocument/2006/relationships/themeOverride" Target="../theme/themeOverride52.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5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54.xml"/></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55.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56.xml"/></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57.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58.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59.xml"/></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60.xml"/></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61.xml"/></Relationships>
</file>

<file path=ppt/slideLayouts/_rels/slideLayout64.xml.rels><?xml version="1.0" encoding="UTF-8" standalone="yes"?>
<Relationships xmlns="http://schemas.openxmlformats.org/package/2006/relationships"><Relationship Id="rId3" Type="http://schemas.openxmlformats.org/officeDocument/2006/relationships/tags" Target="../tags/tag110.xml"/><Relationship Id="rId7" Type="http://schemas.openxmlformats.org/officeDocument/2006/relationships/image" Target="../media/image1.emf"/><Relationship Id="rId2" Type="http://schemas.openxmlformats.org/officeDocument/2006/relationships/tags" Target="../tags/tag109.xml"/><Relationship Id="rId1" Type="http://schemas.openxmlformats.org/officeDocument/2006/relationships/themeOverride" Target="../theme/themeOverride62.xml"/><Relationship Id="rId6" Type="http://schemas.openxmlformats.org/officeDocument/2006/relationships/slideMaster" Target="../slideMasters/slideMaster3.xml"/><Relationship Id="rId5" Type="http://schemas.openxmlformats.org/officeDocument/2006/relationships/tags" Target="../tags/tag112.xml"/><Relationship Id="rId4" Type="http://schemas.openxmlformats.org/officeDocument/2006/relationships/tags" Target="../tags/tag111.xml"/></Relationships>
</file>

<file path=ppt/slideLayouts/_rels/slideLayout65.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14.xml"/><Relationship Id="rId7" Type="http://schemas.openxmlformats.org/officeDocument/2006/relationships/slideMaster" Target="../slideMasters/slideMaster3.xml"/><Relationship Id="rId2" Type="http://schemas.openxmlformats.org/officeDocument/2006/relationships/tags" Target="../tags/tag113.xml"/><Relationship Id="rId1" Type="http://schemas.openxmlformats.org/officeDocument/2006/relationships/themeOverride" Target="../theme/themeOverride63.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19.xml"/><Relationship Id="rId7" Type="http://schemas.openxmlformats.org/officeDocument/2006/relationships/slideMaster" Target="../slideMasters/slideMaster3.xml"/><Relationship Id="rId2" Type="http://schemas.openxmlformats.org/officeDocument/2006/relationships/tags" Target="../tags/tag118.xml"/><Relationship Id="rId1" Type="http://schemas.openxmlformats.org/officeDocument/2006/relationships/themeOverride" Target="../theme/themeOverride64.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65.xml"/></Relationships>
</file>

<file path=ppt/slideLayouts/_rels/slideLayout69.xml.rels><?xml version="1.0" encoding="UTF-8" standalone="yes"?>
<Relationships xmlns="http://schemas.openxmlformats.org/package/2006/relationships"><Relationship Id="rId3" Type="http://schemas.openxmlformats.org/officeDocument/2006/relationships/tags" Target="../tags/tag124.xml"/><Relationship Id="rId7" Type="http://schemas.openxmlformats.org/officeDocument/2006/relationships/image" Target="../media/image1.emf"/><Relationship Id="rId2" Type="http://schemas.openxmlformats.org/officeDocument/2006/relationships/tags" Target="../tags/tag123.xml"/><Relationship Id="rId1" Type="http://schemas.openxmlformats.org/officeDocument/2006/relationships/themeOverride" Target="../theme/themeOverride66.xml"/><Relationship Id="rId6" Type="http://schemas.openxmlformats.org/officeDocument/2006/relationships/slideMaster" Target="../slideMasters/slideMaster3.xml"/><Relationship Id="rId5" Type="http://schemas.openxmlformats.org/officeDocument/2006/relationships/tags" Target="../tags/tag126.xml"/><Relationship Id="rId4" Type="http://schemas.openxmlformats.org/officeDocument/2006/relationships/tags" Target="../tags/tag125.xml"/></Relationships>
</file>

<file path=ppt/slideLayouts/_rels/slideLayout70.xml.rels><?xml version="1.0" encoding="UTF-8" standalone="yes"?>
<Relationships xmlns="http://schemas.openxmlformats.org/package/2006/relationships"><Relationship Id="rId3" Type="http://schemas.openxmlformats.org/officeDocument/2006/relationships/tags" Target="../tags/tag128.xml"/><Relationship Id="rId7" Type="http://schemas.openxmlformats.org/officeDocument/2006/relationships/image" Target="../media/image1.emf"/><Relationship Id="rId2" Type="http://schemas.openxmlformats.org/officeDocument/2006/relationships/tags" Target="../tags/tag127.xml"/><Relationship Id="rId1" Type="http://schemas.openxmlformats.org/officeDocument/2006/relationships/themeOverride" Target="../theme/themeOverride67.xml"/><Relationship Id="rId6" Type="http://schemas.openxmlformats.org/officeDocument/2006/relationships/slideMaster" Target="../slideMasters/slideMaster3.xml"/><Relationship Id="rId5" Type="http://schemas.openxmlformats.org/officeDocument/2006/relationships/tags" Target="../tags/tag130.xml"/><Relationship Id="rId4" Type="http://schemas.openxmlformats.org/officeDocument/2006/relationships/tags" Target="../tags/tag129.xml"/></Relationships>
</file>

<file path=ppt/slideLayouts/_rels/slideLayout7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32.xml"/><Relationship Id="rId7" Type="http://schemas.openxmlformats.org/officeDocument/2006/relationships/slideMaster" Target="../slideMasters/slideMaster3.xml"/><Relationship Id="rId2" Type="http://schemas.openxmlformats.org/officeDocument/2006/relationships/tags" Target="../tags/tag131.xml"/><Relationship Id="rId1" Type="http://schemas.openxmlformats.org/officeDocument/2006/relationships/themeOverride" Target="../theme/themeOverride68.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69.xml"/></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70.xml"/></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71.xml"/></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72.xml"/></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73.xml"/></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74.xml"/></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75.xml"/></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76.xml"/></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77.xml"/></Relationships>
</file>

<file path=ppt/slideLayouts/_rels/slideLayout8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42.xml"/><Relationship Id="rId7" Type="http://schemas.openxmlformats.org/officeDocument/2006/relationships/slideMaster" Target="../slideMasters/slideMaster4.xml"/><Relationship Id="rId2" Type="http://schemas.openxmlformats.org/officeDocument/2006/relationships/tags" Target="../tags/tag141.xml"/><Relationship Id="rId1" Type="http://schemas.openxmlformats.org/officeDocument/2006/relationships/themeOverride" Target="../theme/themeOverride78.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79.xml"/></Relationships>
</file>

<file path=ppt/slideLayouts/_rels/slideLayout83.xml.rels><?xml version="1.0" encoding="UTF-8" standalone="yes"?>
<Relationships xmlns="http://schemas.openxmlformats.org/package/2006/relationships"><Relationship Id="rId3" Type="http://schemas.openxmlformats.org/officeDocument/2006/relationships/tags" Target="../tags/tag147.xml"/><Relationship Id="rId7" Type="http://schemas.openxmlformats.org/officeDocument/2006/relationships/image" Target="../media/image1.emf"/><Relationship Id="rId2" Type="http://schemas.openxmlformats.org/officeDocument/2006/relationships/tags" Target="../tags/tag146.xml"/><Relationship Id="rId1" Type="http://schemas.openxmlformats.org/officeDocument/2006/relationships/themeOverride" Target="../theme/themeOverride80.xml"/><Relationship Id="rId6" Type="http://schemas.openxmlformats.org/officeDocument/2006/relationships/slideMaster" Target="../slideMasters/slideMaster4.xml"/><Relationship Id="rId5" Type="http://schemas.openxmlformats.org/officeDocument/2006/relationships/tags" Target="../tags/tag149.xml"/><Relationship Id="rId4" Type="http://schemas.openxmlformats.org/officeDocument/2006/relationships/tags" Target="../tags/tag148.xml"/></Relationships>
</file>

<file path=ppt/slideLayouts/_rels/slideLayout84.xml.rels><?xml version="1.0" encoding="UTF-8" standalone="yes"?>
<Relationships xmlns="http://schemas.openxmlformats.org/package/2006/relationships"><Relationship Id="rId3" Type="http://schemas.openxmlformats.org/officeDocument/2006/relationships/tags" Target="../tags/tag151.xml"/><Relationship Id="rId7" Type="http://schemas.openxmlformats.org/officeDocument/2006/relationships/image" Target="../media/image1.emf"/><Relationship Id="rId2" Type="http://schemas.openxmlformats.org/officeDocument/2006/relationships/tags" Target="../tags/tag150.xml"/><Relationship Id="rId1" Type="http://schemas.openxmlformats.org/officeDocument/2006/relationships/themeOverride" Target="../theme/themeOverride81.xml"/><Relationship Id="rId6" Type="http://schemas.openxmlformats.org/officeDocument/2006/relationships/slideMaster" Target="../slideMasters/slideMaster4.xml"/><Relationship Id="rId5" Type="http://schemas.openxmlformats.org/officeDocument/2006/relationships/tags" Target="../tags/tag153.xml"/><Relationship Id="rId4" Type="http://schemas.openxmlformats.org/officeDocument/2006/relationships/tags" Target="../tags/tag152.xml"/></Relationships>
</file>

<file path=ppt/slideLayouts/_rels/slideLayout85.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55.xml"/><Relationship Id="rId7" Type="http://schemas.openxmlformats.org/officeDocument/2006/relationships/slideMaster" Target="../slideMasters/slideMaster4.xml"/><Relationship Id="rId2" Type="http://schemas.openxmlformats.org/officeDocument/2006/relationships/tags" Target="../tags/tag154.xml"/><Relationship Id="rId1" Type="http://schemas.openxmlformats.org/officeDocument/2006/relationships/themeOverride" Target="../theme/themeOverride82.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83.xml"/></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84.xml"/></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85.xml"/></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86.xml"/></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87.xml"/></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88.xml"/></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89.xml"/></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90.xml"/></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91.xml"/></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92.xml"/></Relationships>
</file>

<file path=ppt/slideLayouts/_rels/slideLayout96.xml.rels><?xml version="1.0" encoding="UTF-8" standalone="yes"?>
<Relationships xmlns="http://schemas.openxmlformats.org/package/2006/relationships"><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themeOverride" Target="../theme/themeOverride93.xml"/><Relationship Id="rId6" Type="http://schemas.openxmlformats.org/officeDocument/2006/relationships/image" Target="../media/image1.emf"/><Relationship Id="rId5" Type="http://schemas.openxmlformats.org/officeDocument/2006/relationships/slideMaster" Target="../slideMasters/slideMaster4.xml"/><Relationship Id="rId4" Type="http://schemas.openxmlformats.org/officeDocument/2006/relationships/tags" Target="../tags/tag161.xml"/></Relationships>
</file>

<file path=ppt/slideLayouts/_rels/slideLayout97.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3.xml"/><Relationship Id="rId7" Type="http://schemas.openxmlformats.org/officeDocument/2006/relationships/slideMaster" Target="../slideMasters/slideMaster4.xml"/><Relationship Id="rId2" Type="http://schemas.openxmlformats.org/officeDocument/2006/relationships/tags" Target="../tags/tag162.xml"/><Relationship Id="rId1" Type="http://schemas.openxmlformats.org/officeDocument/2006/relationships/themeOverride" Target="../theme/themeOverride94.xml"/><Relationship Id="rId6" Type="http://schemas.openxmlformats.org/officeDocument/2006/relationships/tags" Target="../tags/tag166.xml"/><Relationship Id="rId5" Type="http://schemas.openxmlformats.org/officeDocument/2006/relationships/tags" Target="../tags/tag165.xml"/><Relationship Id="rId4" Type="http://schemas.openxmlformats.org/officeDocument/2006/relationships/tags" Target="../tags/tag164.xml"/></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67.xml"/><Relationship Id="rId1" Type="http://schemas.openxmlformats.org/officeDocument/2006/relationships/themeOverride" Target="../theme/themeOverride95.xml"/><Relationship Id="rId5" Type="http://schemas.openxmlformats.org/officeDocument/2006/relationships/image" Target="../media/image4.emf"/><Relationship Id="rId4" Type="http://schemas.openxmlformats.org/officeDocument/2006/relationships/oleObject" Target="../embeddings/oleObject3.bin"/></Relationships>
</file>

<file path=ppt/slideLayouts/_rels/slideLayout99.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73.xml"/><Relationship Id="rId7" Type="http://schemas.openxmlformats.org/officeDocument/2006/relationships/slideMaster" Target="../slideMasters/slideMaster5.xml"/><Relationship Id="rId2" Type="http://schemas.openxmlformats.org/officeDocument/2006/relationships/tags" Target="../tags/tag172.xml"/><Relationship Id="rId1" Type="http://schemas.openxmlformats.org/officeDocument/2006/relationships/themeOverride" Target="../theme/themeOverride96.xml"/><Relationship Id="rId6" Type="http://schemas.openxmlformats.org/officeDocument/2006/relationships/tags" Target="../tags/tag176.xml"/><Relationship Id="rId5" Type="http://schemas.openxmlformats.org/officeDocument/2006/relationships/tags" Target="../tags/tag175.xml"/><Relationship Id="rId4" Type="http://schemas.openxmlformats.org/officeDocument/2006/relationships/tags" Target="../tags/tag174.xml"/></Relationships>
</file>

<file path=ppt/slideLayouts/_rels/slideLayout100.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78.xml"/><Relationship Id="rId7" Type="http://schemas.openxmlformats.org/officeDocument/2006/relationships/slideMaster" Target="../slideMasters/slideMaster5.xml"/><Relationship Id="rId2" Type="http://schemas.openxmlformats.org/officeDocument/2006/relationships/tags" Target="../tags/tag177.xml"/><Relationship Id="rId1" Type="http://schemas.openxmlformats.org/officeDocument/2006/relationships/themeOverride" Target="../theme/themeOverride97.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98.xml"/></Relationships>
</file>

<file path=ppt/slideLayouts/_rels/slideLayout102.xml.rels><?xml version="1.0" encoding="UTF-8" standalone="yes"?>
<Relationships xmlns="http://schemas.openxmlformats.org/package/2006/relationships"><Relationship Id="rId3" Type="http://schemas.openxmlformats.org/officeDocument/2006/relationships/tags" Target="../tags/tag183.xml"/><Relationship Id="rId7" Type="http://schemas.openxmlformats.org/officeDocument/2006/relationships/image" Target="../media/image1.emf"/><Relationship Id="rId2" Type="http://schemas.openxmlformats.org/officeDocument/2006/relationships/tags" Target="../tags/tag182.xml"/><Relationship Id="rId1" Type="http://schemas.openxmlformats.org/officeDocument/2006/relationships/themeOverride" Target="../theme/themeOverride99.xml"/><Relationship Id="rId6" Type="http://schemas.openxmlformats.org/officeDocument/2006/relationships/slideMaster" Target="../slideMasters/slideMaster5.xml"/><Relationship Id="rId5" Type="http://schemas.openxmlformats.org/officeDocument/2006/relationships/tags" Target="../tags/tag185.xml"/><Relationship Id="rId4" Type="http://schemas.openxmlformats.org/officeDocument/2006/relationships/tags" Target="../tags/tag184.xml"/></Relationships>
</file>

<file path=ppt/slideLayouts/_rels/slideLayout103.xml.rels><?xml version="1.0" encoding="UTF-8" standalone="yes"?>
<Relationships xmlns="http://schemas.openxmlformats.org/package/2006/relationships"><Relationship Id="rId3" Type="http://schemas.openxmlformats.org/officeDocument/2006/relationships/tags" Target="../tags/tag187.xml"/><Relationship Id="rId7" Type="http://schemas.openxmlformats.org/officeDocument/2006/relationships/image" Target="../media/image1.emf"/><Relationship Id="rId2" Type="http://schemas.openxmlformats.org/officeDocument/2006/relationships/tags" Target="../tags/tag186.xml"/><Relationship Id="rId1" Type="http://schemas.openxmlformats.org/officeDocument/2006/relationships/themeOverride" Target="../theme/themeOverride100.xml"/><Relationship Id="rId6" Type="http://schemas.openxmlformats.org/officeDocument/2006/relationships/slideMaster" Target="../slideMasters/slideMaster5.xml"/><Relationship Id="rId5" Type="http://schemas.openxmlformats.org/officeDocument/2006/relationships/tags" Target="../tags/tag189.xml"/><Relationship Id="rId4" Type="http://schemas.openxmlformats.org/officeDocument/2006/relationships/tags" Target="../tags/tag188.xml"/></Relationships>
</file>

<file path=ppt/slideLayouts/_rels/slideLayout10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91.xml"/><Relationship Id="rId7" Type="http://schemas.openxmlformats.org/officeDocument/2006/relationships/slideMaster" Target="../slideMasters/slideMaster5.xml"/><Relationship Id="rId2" Type="http://schemas.openxmlformats.org/officeDocument/2006/relationships/tags" Target="../tags/tag190.xml"/><Relationship Id="rId1" Type="http://schemas.openxmlformats.org/officeDocument/2006/relationships/themeOverride" Target="../theme/themeOverride101.xml"/><Relationship Id="rId6" Type="http://schemas.openxmlformats.org/officeDocument/2006/relationships/tags" Target="../tags/tag194.xml"/><Relationship Id="rId5" Type="http://schemas.openxmlformats.org/officeDocument/2006/relationships/tags" Target="../tags/tag193.xml"/><Relationship Id="rId4" Type="http://schemas.openxmlformats.org/officeDocument/2006/relationships/tags" Target="../tags/tag192.xml"/></Relationships>
</file>

<file path=ppt/slideLayouts/_rels/slideLayout105.xml.rels><?xml version="1.0" encoding="UTF-8" standalone="yes"?>
<Relationships xmlns="http://schemas.openxmlformats.org/package/2006/relationships"><Relationship Id="rId3" Type="http://schemas.openxmlformats.org/officeDocument/2006/relationships/tags" Target="../tags/tag196.xml"/><Relationship Id="rId7" Type="http://schemas.openxmlformats.org/officeDocument/2006/relationships/image" Target="../media/image1.emf"/><Relationship Id="rId2" Type="http://schemas.openxmlformats.org/officeDocument/2006/relationships/tags" Target="../tags/tag195.xml"/><Relationship Id="rId1" Type="http://schemas.openxmlformats.org/officeDocument/2006/relationships/themeOverride" Target="../theme/themeOverride102.xml"/><Relationship Id="rId6" Type="http://schemas.openxmlformats.org/officeDocument/2006/relationships/slideMaster" Target="../slideMasters/slideMaster5.xml"/><Relationship Id="rId5" Type="http://schemas.openxmlformats.org/officeDocument/2006/relationships/tags" Target="../tags/tag198.xml"/><Relationship Id="rId4" Type="http://schemas.openxmlformats.org/officeDocument/2006/relationships/tags" Target="../tags/tag197.xml"/></Relationships>
</file>

<file path=ppt/slideLayouts/_rels/slideLayout106.xml.rels><?xml version="1.0" encoding="UTF-8" standalone="yes"?>
<Relationships xmlns="http://schemas.openxmlformats.org/package/2006/relationships"><Relationship Id="rId3" Type="http://schemas.openxmlformats.org/officeDocument/2006/relationships/tags" Target="../tags/tag200.xml"/><Relationship Id="rId7" Type="http://schemas.openxmlformats.org/officeDocument/2006/relationships/image" Target="../media/image1.emf"/><Relationship Id="rId2" Type="http://schemas.openxmlformats.org/officeDocument/2006/relationships/tags" Target="../tags/tag199.xml"/><Relationship Id="rId1" Type="http://schemas.openxmlformats.org/officeDocument/2006/relationships/themeOverride" Target="../theme/themeOverride103.xml"/><Relationship Id="rId6" Type="http://schemas.openxmlformats.org/officeDocument/2006/relationships/slideMaster" Target="../slideMasters/slideMaster5.xml"/><Relationship Id="rId5" Type="http://schemas.openxmlformats.org/officeDocument/2006/relationships/tags" Target="../tags/tag202.xml"/><Relationship Id="rId4" Type="http://schemas.openxmlformats.org/officeDocument/2006/relationships/tags" Target="../tags/tag201.xml"/></Relationships>
</file>

<file path=ppt/slideLayouts/_rels/slideLayout107.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04.xml"/><Relationship Id="rId7" Type="http://schemas.openxmlformats.org/officeDocument/2006/relationships/slideMaster" Target="../slideMasters/slideMaster5.xml"/><Relationship Id="rId2" Type="http://schemas.openxmlformats.org/officeDocument/2006/relationships/tags" Target="../tags/tag203.xml"/><Relationship Id="rId1" Type="http://schemas.openxmlformats.org/officeDocument/2006/relationships/themeOverride" Target="../theme/themeOverride104.xml"/><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105.xml"/></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106.xml"/></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107.xml"/></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108.xml"/></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109.xml"/></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110.xml"/></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111.xml"/></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112.xml"/></Relationships>
</file>

<file path=ppt/slideLayouts/_rels/slideLayout116.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09.xml"/><Relationship Id="rId7" Type="http://schemas.openxmlformats.org/officeDocument/2006/relationships/slideMaster" Target="../slideMasters/slideMaster5.xml"/><Relationship Id="rId2" Type="http://schemas.openxmlformats.org/officeDocument/2006/relationships/tags" Target="../tags/tag208.xml"/><Relationship Id="rId1" Type="http://schemas.openxmlformats.org/officeDocument/2006/relationships/themeOverride" Target="../theme/themeOverride113.xml"/><Relationship Id="rId6" Type="http://schemas.openxmlformats.org/officeDocument/2006/relationships/tags" Target="../tags/tag212.xml"/><Relationship Id="rId5" Type="http://schemas.openxmlformats.org/officeDocument/2006/relationships/tags" Target="../tags/tag211.xml"/><Relationship Id="rId4" Type="http://schemas.openxmlformats.org/officeDocument/2006/relationships/tags" Target="../tags/tag210.xml"/></Relationships>
</file>

<file path=ppt/slideLayouts/_rels/slideLayout117.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14.xml"/><Relationship Id="rId7" Type="http://schemas.openxmlformats.org/officeDocument/2006/relationships/slideMaster" Target="../slideMasters/slideMaster5.xml"/><Relationship Id="rId2" Type="http://schemas.openxmlformats.org/officeDocument/2006/relationships/tags" Target="../tags/tag213.xml"/><Relationship Id="rId1" Type="http://schemas.openxmlformats.org/officeDocument/2006/relationships/themeOverride" Target="../theme/themeOverride114.xml"/><Relationship Id="rId6" Type="http://schemas.openxmlformats.org/officeDocument/2006/relationships/tags" Target="../tags/tag217.xml"/><Relationship Id="rId5" Type="http://schemas.openxmlformats.org/officeDocument/2006/relationships/tags" Target="../tags/tag216.xml"/><Relationship Id="rId4" Type="http://schemas.openxmlformats.org/officeDocument/2006/relationships/tags" Target="../tags/tag21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11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24.xml"/><Relationship Id="rId7" Type="http://schemas.openxmlformats.org/officeDocument/2006/relationships/slideMaster" Target="../slideMasters/slideMaster6.xml"/><Relationship Id="rId2" Type="http://schemas.openxmlformats.org/officeDocument/2006/relationships/tags" Target="../tags/tag223.xml"/><Relationship Id="rId1" Type="http://schemas.openxmlformats.org/officeDocument/2006/relationships/themeOverride" Target="../theme/themeOverride116.xml"/><Relationship Id="rId6" Type="http://schemas.openxmlformats.org/officeDocument/2006/relationships/tags" Target="../tags/tag227.xml"/><Relationship Id="rId5" Type="http://schemas.openxmlformats.org/officeDocument/2006/relationships/tags" Target="../tags/tag226.xml"/><Relationship Id="rId4" Type="http://schemas.openxmlformats.org/officeDocument/2006/relationships/tags" Target="../tags/tag225.xml"/></Relationships>
</file>

<file path=ppt/slideLayouts/_rels/slideLayout12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117.xml"/></Relationships>
</file>

<file path=ppt/slideLayouts/_rels/slideLayout130.xml.rels><?xml version="1.0" encoding="UTF-8" standalone="yes"?>
<Relationships xmlns="http://schemas.openxmlformats.org/package/2006/relationships"><Relationship Id="rId3" Type="http://schemas.openxmlformats.org/officeDocument/2006/relationships/tags" Target="../tags/tag229.xml"/><Relationship Id="rId7" Type="http://schemas.openxmlformats.org/officeDocument/2006/relationships/image" Target="../media/image1.emf"/><Relationship Id="rId2" Type="http://schemas.openxmlformats.org/officeDocument/2006/relationships/tags" Target="../tags/tag228.xml"/><Relationship Id="rId1" Type="http://schemas.openxmlformats.org/officeDocument/2006/relationships/themeOverride" Target="../theme/themeOverride118.xml"/><Relationship Id="rId6" Type="http://schemas.openxmlformats.org/officeDocument/2006/relationships/slideMaster" Target="../slideMasters/slideMaster6.xml"/><Relationship Id="rId5" Type="http://schemas.openxmlformats.org/officeDocument/2006/relationships/tags" Target="../tags/tag231.xml"/><Relationship Id="rId4" Type="http://schemas.openxmlformats.org/officeDocument/2006/relationships/tags" Target="../tags/tag230.xml"/></Relationships>
</file>

<file path=ppt/slideLayouts/_rels/slideLayout131.xml.rels><?xml version="1.0" encoding="UTF-8" standalone="yes"?>
<Relationships xmlns="http://schemas.openxmlformats.org/package/2006/relationships"><Relationship Id="rId3" Type="http://schemas.openxmlformats.org/officeDocument/2006/relationships/tags" Target="../tags/tag233.xml"/><Relationship Id="rId7" Type="http://schemas.openxmlformats.org/officeDocument/2006/relationships/image" Target="../media/image1.emf"/><Relationship Id="rId2" Type="http://schemas.openxmlformats.org/officeDocument/2006/relationships/tags" Target="../tags/tag232.xml"/><Relationship Id="rId1" Type="http://schemas.openxmlformats.org/officeDocument/2006/relationships/themeOverride" Target="../theme/themeOverride119.xml"/><Relationship Id="rId6" Type="http://schemas.openxmlformats.org/officeDocument/2006/relationships/slideMaster" Target="../slideMasters/slideMaster6.xml"/><Relationship Id="rId5" Type="http://schemas.openxmlformats.org/officeDocument/2006/relationships/tags" Target="../tags/tag235.xml"/><Relationship Id="rId4" Type="http://schemas.openxmlformats.org/officeDocument/2006/relationships/tags" Target="../tags/tag234.xml"/></Relationships>
</file>

<file path=ppt/slideLayouts/_rels/slideLayout13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37.xml"/><Relationship Id="rId7" Type="http://schemas.openxmlformats.org/officeDocument/2006/relationships/slideMaster" Target="../slideMasters/slideMaster6.xml"/><Relationship Id="rId2" Type="http://schemas.openxmlformats.org/officeDocument/2006/relationships/tags" Target="../tags/tag236.xml"/><Relationship Id="rId1" Type="http://schemas.openxmlformats.org/officeDocument/2006/relationships/themeOverride" Target="../theme/themeOverride120.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s>
</file>

<file path=ppt/slideLayouts/_rels/slideLayout13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121.xml"/></Relationships>
</file>

<file path=ppt/slideLayouts/_rels/slideLayout13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122.xml"/></Relationships>
</file>

<file path=ppt/slideLayouts/_rels/slideLayout13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123.xml"/></Relationships>
</file>

<file path=ppt/slideLayouts/_rels/slideLayout13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124.xml"/></Relationships>
</file>

<file path=ppt/slideLayouts/_rels/slideLayout13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125.xml"/></Relationships>
</file>

<file path=ppt/slideLayouts/_rels/slideLayout13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126.xml"/></Relationships>
</file>

<file path=ppt/slideLayouts/_rels/slideLayout13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127.xml"/></Relationships>
</file>

<file path=ppt/slideLayouts/_rels/slideLayout14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128.xml"/></Relationships>
</file>

<file path=ppt/slideLayouts/_rels/slideLayout14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129.xml"/></Relationships>
</file>

<file path=ppt/slideLayouts/_rels/slideLayout142.xml.rels><?xml version="1.0" encoding="UTF-8" standalone="yes"?>
<Relationships xmlns="http://schemas.openxmlformats.org/package/2006/relationships"><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hemeOverride" Target="../theme/themeOverride130.xml"/><Relationship Id="rId6" Type="http://schemas.openxmlformats.org/officeDocument/2006/relationships/image" Target="../media/image1.emf"/><Relationship Id="rId5" Type="http://schemas.openxmlformats.org/officeDocument/2006/relationships/slideMaster" Target="../slideMasters/slideMaster6.xml"/><Relationship Id="rId4" Type="http://schemas.openxmlformats.org/officeDocument/2006/relationships/tags" Target="../tags/tag243.xml"/></Relationships>
</file>

<file path=ppt/slideLayouts/_rels/slideLayout14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45.xml"/><Relationship Id="rId7" Type="http://schemas.openxmlformats.org/officeDocument/2006/relationships/slideMaster" Target="../slideMasters/slideMaster6.xml"/><Relationship Id="rId2" Type="http://schemas.openxmlformats.org/officeDocument/2006/relationships/tags" Target="../tags/tag244.xml"/><Relationship Id="rId1" Type="http://schemas.openxmlformats.org/officeDocument/2006/relationships/themeOverride" Target="../theme/themeOverride131.xml"/><Relationship Id="rId6" Type="http://schemas.openxmlformats.org/officeDocument/2006/relationships/tags" Target="../tags/tag248.xml"/><Relationship Id="rId5" Type="http://schemas.openxmlformats.org/officeDocument/2006/relationships/tags" Target="../tags/tag247.xml"/><Relationship Id="rId4" Type="http://schemas.openxmlformats.org/officeDocument/2006/relationships/tags" Target="../tags/tag24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1_Title Slide">
    <p:bg>
      <p:bgPr>
        <a:solidFill>
          <a:srgbClr val="A11C36"/>
        </a:solidFill>
        <a:effectLst/>
      </p:bgPr>
    </p:bg>
    <p:spTree>
      <p:nvGrpSpPr>
        <p:cNvPr id="1" name=""/>
        <p:cNvGrpSpPr/>
        <p:nvPr/>
      </p:nvGrpSpPr>
      <p:grpSpPr>
        <a:xfrm>
          <a:off x="0" y="0"/>
          <a:ext cx="0" cy="0"/>
          <a:chOff x="0" y="0"/>
          <a:chExt cx="0" cy="0"/>
        </a:xfrm>
      </p:grpSpPr>
      <p:sp>
        <p:nvSpPr>
          <p:cNvPr id="2"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60">
              <a:solidFill>
                <a:srgbClr val="FFFFFF"/>
              </a:solidFill>
              <a:latin typeface="Arial" panose="020B0604020202020204" pitchFamily="34" charset="0"/>
              <a:cs typeface="Arial" panose="020B0604020202020204" pitchFamily="34" charset="0"/>
            </a:endParaRPr>
          </a:p>
        </p:txBody>
      </p:sp>
      <p:sp>
        <p:nvSpPr>
          <p:cNvPr id="8" name="Title 1"/>
          <p:cNvSpPr>
            <a:spLocks noGrp="1"/>
          </p:cNvSpPr>
          <p:nvPr>
            <p:ph type="ctrTitle"/>
            <p:custDataLst>
              <p:tags r:id="rId3"/>
            </p:custDataLst>
          </p:nvPr>
        </p:nvSpPr>
        <p:spPr>
          <a:xfrm>
            <a:off x="553756" y="4209672"/>
            <a:ext cx="7862855" cy="590932"/>
          </a:xfrm>
        </p:spPr>
        <p:txBody>
          <a:bodyPr vert="horz" lIns="0" tIns="0" rIns="0" bIns="0" rtlCol="0" anchor="b" anchorCtr="0">
            <a:spAutoFit/>
          </a:bodyPr>
          <a:lstStyle>
            <a:lvl1pPr>
              <a:defRPr lang="en-GB" b="0" cap="none" baseline="0" noProof="0" dirty="0">
                <a:solidFill>
                  <a:srgbClr val="FFFFFF"/>
                </a:solidFill>
              </a:defRPr>
            </a:lvl1pPr>
          </a:lstStyle>
          <a:p>
            <a:pPr lvl="0"/>
            <a:r>
              <a:rPr lang="de-DE" noProof="0" err="1"/>
              <a:t>Modifiez</a:t>
            </a:r>
            <a:r>
              <a:rPr lang="de-DE" noProof="0"/>
              <a:t> le style du </a:t>
            </a:r>
            <a:r>
              <a:rPr lang="de-DE" noProof="0" err="1"/>
              <a:t>titre</a:t>
            </a:r>
            <a:endParaRPr lang="de-DE" noProof="0"/>
          </a:p>
        </p:txBody>
      </p:sp>
      <p:sp>
        <p:nvSpPr>
          <p:cNvPr id="9" name="Subtitle 2"/>
          <p:cNvSpPr>
            <a:spLocks noGrp="1"/>
          </p:cNvSpPr>
          <p:nvPr>
            <p:ph type="subTitle" idx="1"/>
            <p:custDataLst>
              <p:tags r:id="rId4"/>
            </p:custDataLst>
          </p:nvPr>
        </p:nvSpPr>
        <p:spPr>
          <a:xfrm>
            <a:off x="553404" y="5162938"/>
            <a:ext cx="7863205" cy="166328"/>
          </a:xfrm>
        </p:spPr>
        <p:txBody>
          <a:bodyPr wrap="square" lIns="0">
            <a:spAutoFit/>
          </a:bodyPr>
          <a:lstStyle>
            <a:lvl1pPr marL="0" indent="0" algn="l">
              <a:spcAft>
                <a:spcPts val="0"/>
              </a:spcAft>
              <a:buNone/>
              <a:defRPr sz="1081" b="1">
                <a:solidFill>
                  <a:srgbClr val="FFFFFF"/>
                </a:solidFill>
              </a:defRPr>
            </a:lvl1pPr>
            <a:lvl2pPr marL="548633" indent="0" algn="ctr">
              <a:buNone/>
              <a:defRPr>
                <a:solidFill>
                  <a:schemeClr val="tx1">
                    <a:tint val="75000"/>
                  </a:schemeClr>
                </a:solidFill>
              </a:defRPr>
            </a:lvl2pPr>
            <a:lvl3pPr marL="1097265" indent="0" algn="ctr">
              <a:buNone/>
              <a:defRPr>
                <a:solidFill>
                  <a:schemeClr val="tx1">
                    <a:tint val="75000"/>
                  </a:schemeClr>
                </a:solidFill>
              </a:defRPr>
            </a:lvl3pPr>
            <a:lvl4pPr marL="1645900" indent="0" algn="ctr">
              <a:buNone/>
              <a:defRPr>
                <a:solidFill>
                  <a:schemeClr val="tx1">
                    <a:tint val="75000"/>
                  </a:schemeClr>
                </a:solidFill>
              </a:defRPr>
            </a:lvl4pPr>
            <a:lvl5pPr marL="2194532" indent="0" algn="ctr">
              <a:buNone/>
              <a:defRPr>
                <a:solidFill>
                  <a:schemeClr val="tx1">
                    <a:tint val="75000"/>
                  </a:schemeClr>
                </a:solidFill>
              </a:defRPr>
            </a:lvl5pPr>
            <a:lvl6pPr marL="2743166" indent="0" algn="ctr">
              <a:buNone/>
              <a:defRPr>
                <a:solidFill>
                  <a:schemeClr val="tx1">
                    <a:tint val="75000"/>
                  </a:schemeClr>
                </a:solidFill>
              </a:defRPr>
            </a:lvl6pPr>
            <a:lvl7pPr marL="3291799" indent="0" algn="ctr">
              <a:buNone/>
              <a:defRPr>
                <a:solidFill>
                  <a:schemeClr val="tx1">
                    <a:tint val="75000"/>
                  </a:schemeClr>
                </a:solidFill>
              </a:defRPr>
            </a:lvl7pPr>
            <a:lvl8pPr marL="3840432" indent="0" algn="ctr">
              <a:buNone/>
              <a:defRPr>
                <a:solidFill>
                  <a:schemeClr val="tx1">
                    <a:tint val="75000"/>
                  </a:schemeClr>
                </a:solidFill>
              </a:defRPr>
            </a:lvl8pPr>
            <a:lvl9pPr marL="4389064" indent="0" algn="ctr">
              <a:buNone/>
              <a:defRPr>
                <a:solidFill>
                  <a:schemeClr val="tx1">
                    <a:tint val="75000"/>
                  </a:schemeClr>
                </a:solidFill>
              </a:defRPr>
            </a:lvl9pPr>
          </a:lstStyle>
          <a:p>
            <a:r>
              <a:rPr lang="de-DE" noProof="0" err="1"/>
              <a:t>Modifier</a:t>
            </a:r>
            <a:r>
              <a:rPr lang="de-DE" noProof="0"/>
              <a:t> le style des </a:t>
            </a:r>
            <a:r>
              <a:rPr lang="de-DE" noProof="0" err="1"/>
              <a:t>sous-titres</a:t>
            </a:r>
            <a:r>
              <a:rPr lang="de-DE" noProof="0"/>
              <a:t> du </a:t>
            </a:r>
            <a:r>
              <a:rPr lang="de-DE" noProof="0" err="1"/>
              <a:t>masque</a:t>
            </a:r>
            <a:endParaRPr lang="de-DE" noProof="0"/>
          </a:p>
        </p:txBody>
      </p:sp>
      <p:sp>
        <p:nvSpPr>
          <p:cNvPr id="11" name="Status" hidden="1"/>
          <p:cNvSpPr txBox="1">
            <a:spLocks/>
          </p:cNvSpPr>
          <p:nvPr userDrawn="1">
            <p:custDataLst>
              <p:tags r:id="rId5"/>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de-DE" sz="1322" cap="none" baseline="0">
              <a:solidFill>
                <a:srgbClr val="000000"/>
              </a:solidFill>
              <a:latin typeface="Arial" panose="020B0604020202020204" pitchFamily="34" charset="0"/>
              <a:cs typeface="Arial" panose="020B0604020202020204" pitchFamily="34" charset="0"/>
            </a:endParaRPr>
          </a:p>
        </p:txBody>
      </p:sp>
      <p:sp>
        <p:nvSpPr>
          <p:cNvPr id="10" name="LogoFrame"/>
          <p:cNvSpPr>
            <a:spLocks/>
          </p:cNvSpPr>
          <p:nvPr userDrawn="1">
            <p:custDataLst>
              <p:tags r:id="rId6"/>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60">
              <a:solidFill>
                <a:schemeClr val="tx1"/>
              </a:solidFill>
            </a:endParaRPr>
          </a:p>
        </p:txBody>
      </p:sp>
      <p:pic>
        <p:nvPicPr>
          <p:cNvPr id="3" name="Image 2"/>
          <p:cNvPicPr>
            <a:picLocks noChangeAspect="1"/>
          </p:cNvPicPr>
          <p:nvPr userDrawn="1">
            <p:custDataLst>
              <p:tags r:id="rId7"/>
            </p:custDataLst>
          </p:nvPr>
        </p:nvPicPr>
        <p:blipFill>
          <a:blip r:embed="rId9" cstate="print">
            <a:extLst>
              <a:ext uri="{28A0092B-C50C-407E-A947-70E740481C1C}">
                <a14:useLocalDpi xmlns:a14="http://schemas.microsoft.com/office/drawing/2010/main" val="0"/>
              </a:ext>
            </a:extLst>
          </a:blip>
          <a:stretch>
            <a:fillRect/>
          </a:stretch>
        </p:blipFill>
        <p:spPr bwMode="gray">
          <a:xfrm>
            <a:off x="10539273" y="487850"/>
            <a:ext cx="1192198" cy="998022"/>
          </a:xfrm>
          <a:prstGeom prst="rect">
            <a:avLst/>
          </a:prstGeom>
        </p:spPr>
      </p:pic>
    </p:spTree>
    <p:extLst>
      <p:ext uri="{BB962C8B-B14F-4D97-AF65-F5344CB8AC3E}">
        <p14:creationId xmlns:p14="http://schemas.microsoft.com/office/powerpoint/2010/main" val="2386195908"/>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1157" y="203609"/>
            <a:ext cx="10082092" cy="1815310"/>
          </a:xfrm>
        </p:spPr>
        <p:txBody>
          <a:bodyPr/>
          <a:lstStyle/>
          <a:p>
            <a:r>
              <a:rPr lang="de-DE" noProof="0" err="1"/>
              <a:t>Modifiez</a:t>
            </a:r>
            <a:r>
              <a:rPr lang="de-DE" noProof="0"/>
              <a:t> le style du </a:t>
            </a:r>
            <a:r>
              <a:rPr lang="de-DE" noProof="0" err="1"/>
              <a:t>titre</a:t>
            </a:r>
            <a:endParaRPr lang="de-DE" noProof="0"/>
          </a:p>
        </p:txBody>
      </p:sp>
      <p:sp>
        <p:nvSpPr>
          <p:cNvPr id="3" name="Content Placeholder 2"/>
          <p:cNvSpPr>
            <a:spLocks noGrp="1"/>
          </p:cNvSpPr>
          <p:nvPr>
            <p:ph idx="1"/>
          </p:nvPr>
        </p:nvSpPr>
        <p:spPr>
          <a:xfrm>
            <a:off x="351155" y="2624328"/>
            <a:ext cx="8065453" cy="6048756"/>
          </a:xfrm>
        </p:spPr>
        <p:txBody>
          <a:bodyPr/>
          <a:lstStyle/>
          <a:p>
            <a:pPr lvl="0"/>
            <a:r>
              <a:rPr lang="de-DE" noProof="0" err="1"/>
              <a:t>Modifier</a:t>
            </a:r>
            <a:r>
              <a:rPr lang="de-DE" noProof="0"/>
              <a:t> les </a:t>
            </a:r>
            <a:r>
              <a:rPr lang="de-DE" noProof="0" err="1"/>
              <a:t>styles</a:t>
            </a:r>
            <a:r>
              <a:rPr lang="de-DE" noProof="0"/>
              <a:t> du texte du </a:t>
            </a:r>
            <a:r>
              <a:rPr lang="de-DE" noProof="0" err="1"/>
              <a:t>masque</a:t>
            </a:r>
            <a:endParaRPr lang="de-DE" noProof="0"/>
          </a:p>
          <a:p>
            <a:pPr lvl="1"/>
            <a:r>
              <a:rPr lang="de-DE" noProof="0" err="1"/>
              <a:t>Deuxième</a:t>
            </a:r>
            <a:r>
              <a:rPr lang="de-DE" noProof="0"/>
              <a:t> </a:t>
            </a:r>
            <a:r>
              <a:rPr lang="de-DE" noProof="0" err="1"/>
              <a:t>niveau</a:t>
            </a:r>
            <a:endParaRPr lang="de-DE" noProof="0"/>
          </a:p>
          <a:p>
            <a:pPr lvl="2"/>
            <a:r>
              <a:rPr lang="de-DE" noProof="0" err="1"/>
              <a:t>Troisième</a:t>
            </a:r>
            <a:r>
              <a:rPr lang="de-DE" noProof="0"/>
              <a:t> </a:t>
            </a:r>
            <a:r>
              <a:rPr lang="de-DE" noProof="0" err="1"/>
              <a:t>niveau</a:t>
            </a:r>
            <a:endParaRPr lang="de-DE" noProof="0"/>
          </a:p>
          <a:p>
            <a:pPr lvl="3"/>
            <a:r>
              <a:rPr lang="de-DE" noProof="0" err="1"/>
              <a:t>Quatrième</a:t>
            </a:r>
            <a:r>
              <a:rPr lang="de-DE" noProof="0"/>
              <a:t> </a:t>
            </a:r>
            <a:r>
              <a:rPr lang="de-DE" noProof="0" err="1"/>
              <a:t>niveau</a:t>
            </a:r>
            <a:endParaRPr lang="de-DE" noProof="0"/>
          </a:p>
          <a:p>
            <a:pPr lvl="4"/>
            <a:r>
              <a:rPr lang="de-DE" noProof="0" err="1"/>
              <a:t>Cinquième</a:t>
            </a:r>
            <a:r>
              <a:rPr lang="de-DE" noProof="0"/>
              <a:t> </a:t>
            </a:r>
            <a:r>
              <a:rPr lang="de-DE" noProof="0" err="1"/>
              <a:t>niveau</a:t>
            </a:r>
            <a:endParaRPr lang="de-DE" noProof="0"/>
          </a:p>
        </p:txBody>
      </p:sp>
      <p:sp>
        <p:nvSpPr>
          <p:cNvPr id="6" name="Text Placeholder 5"/>
          <p:cNvSpPr>
            <a:spLocks noGrp="1"/>
          </p:cNvSpPr>
          <p:nvPr>
            <p:ph type="body" sz="quarter" idx="12"/>
          </p:nvPr>
        </p:nvSpPr>
        <p:spPr>
          <a:xfrm>
            <a:off x="10534651" y="2623080"/>
            <a:ext cx="1813560" cy="6050006"/>
          </a:xfrm>
        </p:spPr>
        <p:txBody>
          <a:bodyPr/>
          <a:lstStyle>
            <a:lvl1pPr marL="0" indent="0">
              <a:lnSpc>
                <a:spcPts val="1441"/>
              </a:lnSpc>
              <a:spcAft>
                <a:spcPts val="0"/>
              </a:spcAft>
              <a:buFontTx/>
              <a:buNone/>
              <a:defRPr sz="1200">
                <a:solidFill>
                  <a:schemeClr val="tx2"/>
                </a:solidFill>
              </a:defRPr>
            </a:lvl1pPr>
            <a:lvl2pPr marL="259197" indent="0">
              <a:lnSpc>
                <a:spcPct val="100000"/>
              </a:lnSpc>
              <a:spcAft>
                <a:spcPts val="0"/>
              </a:spcAft>
              <a:buFontTx/>
              <a:buNone/>
              <a:defRPr sz="1200"/>
            </a:lvl2pPr>
            <a:lvl3pPr marL="431995" indent="0">
              <a:lnSpc>
                <a:spcPct val="100000"/>
              </a:lnSpc>
              <a:spcAft>
                <a:spcPts val="0"/>
              </a:spcAft>
              <a:buFontTx/>
              <a:buNone/>
              <a:defRPr sz="1200"/>
            </a:lvl3pPr>
            <a:lvl4pPr marL="647692" indent="0">
              <a:lnSpc>
                <a:spcPct val="100000"/>
              </a:lnSpc>
              <a:spcAft>
                <a:spcPts val="0"/>
              </a:spcAft>
              <a:buFontTx/>
              <a:buNone/>
              <a:defRPr sz="1200"/>
            </a:lvl4pPr>
            <a:lvl5pPr marL="855333" indent="0">
              <a:lnSpc>
                <a:spcPct val="100000"/>
              </a:lnSpc>
              <a:spcAft>
                <a:spcPts val="0"/>
              </a:spcAft>
              <a:buFontTx/>
              <a:buNone/>
              <a:defRPr sz="1200"/>
            </a:lvl5pPr>
          </a:lstStyle>
          <a:p>
            <a:pPr lvl="0"/>
            <a:r>
              <a:rPr lang="de-DE" err="1"/>
              <a:t>Modifier</a:t>
            </a:r>
            <a:r>
              <a:rPr lang="de-DE"/>
              <a:t> les </a:t>
            </a:r>
            <a:r>
              <a:rPr lang="de-DE" err="1"/>
              <a:t>styles</a:t>
            </a:r>
            <a:r>
              <a:rPr lang="de-DE"/>
              <a:t> du texte du </a:t>
            </a:r>
            <a:r>
              <a:rPr lang="de-DE" err="1"/>
              <a:t>masque</a:t>
            </a:r>
            <a:endParaRPr lang="de-DE"/>
          </a:p>
        </p:txBody>
      </p:sp>
    </p:spTree>
    <p:extLst>
      <p:ext uri="{BB962C8B-B14F-4D97-AF65-F5344CB8AC3E}">
        <p14:creationId xmlns:p14="http://schemas.microsoft.com/office/powerpoint/2010/main" val="1120264221"/>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with Image" preserve="1" userDrawn="1">
  <p:cSld name="1_Title Slide with Image">
    <p:spTree>
      <p:nvGrpSpPr>
        <p:cNvPr id="1" name=""/>
        <p:cNvGrpSpPr/>
        <p:nvPr/>
      </p:nvGrpSpPr>
      <p:grpSpPr>
        <a:xfrm>
          <a:off x="0" y="0"/>
          <a:ext cx="0" cy="0"/>
          <a:chOff x="0" y="0"/>
          <a:chExt cx="0" cy="0"/>
        </a:xfrm>
      </p:grpSpPr>
      <p:sp>
        <p:nvSpPr>
          <p:cNvPr id="11" name="Picture Placeholder 4"/>
          <p:cNvSpPr>
            <a:spLocks noGrp="1"/>
          </p:cNvSpPr>
          <p:nvPr>
            <p:ph type="pic" sz="quarter" idx="10"/>
            <p:custDataLst>
              <p:tags r:id="rId2"/>
            </p:custDataLst>
          </p:nvPr>
        </p:nvSpPr>
        <p:spPr>
          <a:xfrm>
            <a:off x="0" y="0"/>
            <a:ext cx="12801600" cy="9601200"/>
          </a:xfrm>
        </p:spPr>
        <p:txBody>
          <a:bodyPr lIns="0" tIns="0" bIns="468000" anchor="ctr" anchorCtr="0"/>
          <a:lstStyle>
            <a:lvl1pPr marL="0" indent="0" algn="ctr">
              <a:buNone/>
              <a:defRPr>
                <a:solidFill>
                  <a:srgbClr val="808080"/>
                </a:solidFill>
              </a:defRPr>
            </a:lvl1pPr>
          </a:lstStyle>
          <a:p>
            <a:r>
              <a:rPr lang="de-DE" noProof="0" err="1"/>
              <a:t>Cliquez</a:t>
            </a:r>
            <a:r>
              <a:rPr lang="de-DE" noProof="0"/>
              <a:t> </a:t>
            </a:r>
            <a:r>
              <a:rPr lang="de-DE" noProof="0" err="1"/>
              <a:t>sur</a:t>
            </a:r>
            <a:r>
              <a:rPr lang="de-DE" noProof="0"/>
              <a:t> </a:t>
            </a:r>
            <a:r>
              <a:rPr lang="de-DE" noProof="0" err="1"/>
              <a:t>l'icône</a:t>
            </a:r>
            <a:r>
              <a:rPr lang="de-DE" noProof="0"/>
              <a:t> </a:t>
            </a:r>
            <a:r>
              <a:rPr lang="de-DE" noProof="0" err="1"/>
              <a:t>pour</a:t>
            </a:r>
            <a:r>
              <a:rPr lang="de-DE" noProof="0"/>
              <a:t> </a:t>
            </a:r>
            <a:r>
              <a:rPr lang="de-DE" noProof="0" err="1"/>
              <a:t>ajouter</a:t>
            </a:r>
            <a:r>
              <a:rPr lang="de-DE" noProof="0"/>
              <a:t> </a:t>
            </a:r>
            <a:r>
              <a:rPr lang="de-DE" noProof="0" err="1"/>
              <a:t>une</a:t>
            </a:r>
            <a:r>
              <a:rPr lang="de-DE" noProof="0"/>
              <a:t> </a:t>
            </a:r>
            <a:r>
              <a:rPr lang="de-DE" noProof="0" err="1"/>
              <a:t>image</a:t>
            </a:r>
            <a:endParaRPr lang="de-DE" noProof="0"/>
          </a:p>
        </p:txBody>
      </p:sp>
      <p:sp>
        <p:nvSpPr>
          <p:cNvPr id="12" name="Subtitle 2"/>
          <p:cNvSpPr>
            <a:spLocks noGrp="1"/>
          </p:cNvSpPr>
          <p:nvPr>
            <p:ph type="subTitle" idx="1"/>
          </p:nvPr>
        </p:nvSpPr>
        <p:spPr bwMode="ltGray">
          <a:xfrm>
            <a:off x="2" y="7609129"/>
            <a:ext cx="5493498" cy="402613"/>
          </a:xfrm>
          <a:solidFill>
            <a:schemeClr val="accent1"/>
          </a:solidFill>
        </p:spPr>
        <p:txBody>
          <a:bodyPr lIns="396000" tIns="72000" rIns="144000" bIns="162000">
            <a:spAutoFit/>
          </a:bodyPr>
          <a:lstStyle>
            <a:lvl1pPr marL="0" indent="0" algn="l">
              <a:spcAft>
                <a:spcPts val="0"/>
              </a:spcAft>
              <a:buNone/>
              <a:defRPr sz="1081" b="1">
                <a:solidFill>
                  <a:srgbClr val="FFFFFF"/>
                </a:solidFill>
              </a:defRPr>
            </a:lvl1pPr>
            <a:lvl2pPr marL="548633" indent="0" algn="ctr">
              <a:buNone/>
              <a:defRPr>
                <a:solidFill>
                  <a:schemeClr val="tx1">
                    <a:tint val="75000"/>
                  </a:schemeClr>
                </a:solidFill>
              </a:defRPr>
            </a:lvl2pPr>
            <a:lvl3pPr marL="1097265" indent="0" algn="ctr">
              <a:buNone/>
              <a:defRPr>
                <a:solidFill>
                  <a:schemeClr val="tx1">
                    <a:tint val="75000"/>
                  </a:schemeClr>
                </a:solidFill>
              </a:defRPr>
            </a:lvl3pPr>
            <a:lvl4pPr marL="1645900" indent="0" algn="ctr">
              <a:buNone/>
              <a:defRPr>
                <a:solidFill>
                  <a:schemeClr val="tx1">
                    <a:tint val="75000"/>
                  </a:schemeClr>
                </a:solidFill>
              </a:defRPr>
            </a:lvl4pPr>
            <a:lvl5pPr marL="2194532" indent="0" algn="ctr">
              <a:buNone/>
              <a:defRPr>
                <a:solidFill>
                  <a:schemeClr val="tx1">
                    <a:tint val="75000"/>
                  </a:schemeClr>
                </a:solidFill>
              </a:defRPr>
            </a:lvl5pPr>
            <a:lvl6pPr marL="2743166" indent="0" algn="ctr">
              <a:buNone/>
              <a:defRPr>
                <a:solidFill>
                  <a:schemeClr val="tx1">
                    <a:tint val="75000"/>
                  </a:schemeClr>
                </a:solidFill>
              </a:defRPr>
            </a:lvl6pPr>
            <a:lvl7pPr marL="3291799" indent="0" algn="ctr">
              <a:buNone/>
              <a:defRPr>
                <a:solidFill>
                  <a:schemeClr val="tx1">
                    <a:tint val="75000"/>
                  </a:schemeClr>
                </a:solidFill>
              </a:defRPr>
            </a:lvl7pPr>
            <a:lvl8pPr marL="3840432" indent="0" algn="ctr">
              <a:buNone/>
              <a:defRPr>
                <a:solidFill>
                  <a:schemeClr val="tx1">
                    <a:tint val="75000"/>
                  </a:schemeClr>
                </a:solidFill>
              </a:defRPr>
            </a:lvl8pPr>
            <a:lvl9pPr marL="4389064" indent="0" algn="ctr">
              <a:buNone/>
              <a:defRPr>
                <a:solidFill>
                  <a:schemeClr val="tx1">
                    <a:tint val="75000"/>
                  </a:schemeClr>
                </a:solidFill>
              </a:defRPr>
            </a:lvl9pPr>
          </a:lstStyle>
          <a:p>
            <a:r>
              <a:rPr lang="de-DE" noProof="0" err="1"/>
              <a:t>Modifier</a:t>
            </a:r>
            <a:r>
              <a:rPr lang="de-DE" noProof="0"/>
              <a:t> le style des </a:t>
            </a:r>
            <a:r>
              <a:rPr lang="de-DE" noProof="0" err="1"/>
              <a:t>sous-titres</a:t>
            </a:r>
            <a:r>
              <a:rPr lang="de-DE" noProof="0"/>
              <a:t> du </a:t>
            </a:r>
            <a:r>
              <a:rPr lang="de-DE" noProof="0" err="1"/>
              <a:t>masque</a:t>
            </a:r>
            <a:endParaRPr lang="de-DE" noProof="0"/>
          </a:p>
        </p:txBody>
      </p:sp>
      <p:sp>
        <p:nvSpPr>
          <p:cNvPr id="13" name="Title 1"/>
          <p:cNvSpPr>
            <a:spLocks noGrp="1"/>
          </p:cNvSpPr>
          <p:nvPr>
            <p:ph type="ctrTitle"/>
          </p:nvPr>
        </p:nvSpPr>
        <p:spPr bwMode="ltGray">
          <a:xfrm>
            <a:off x="2" y="7010073"/>
            <a:ext cx="5493498" cy="679370"/>
          </a:xfrm>
          <a:solidFill>
            <a:schemeClr val="accent1"/>
          </a:solidFill>
        </p:spPr>
        <p:txBody>
          <a:bodyPr lIns="396000" tIns="147600" rIns="144000" bIns="118800" anchor="b" anchorCtr="0">
            <a:spAutoFit/>
          </a:bodyPr>
          <a:lstStyle>
            <a:lvl1pPr algn="l">
              <a:lnSpc>
                <a:spcPts val="3241"/>
              </a:lnSpc>
              <a:defRPr sz="2761" baseline="0">
                <a:solidFill>
                  <a:srgbClr val="FFFFFF"/>
                </a:solidFill>
              </a:defRPr>
            </a:lvl1pPr>
          </a:lstStyle>
          <a:p>
            <a:r>
              <a:rPr lang="de-DE" noProof="0" err="1"/>
              <a:t>Modifiez</a:t>
            </a:r>
            <a:r>
              <a:rPr lang="de-DE" noProof="0"/>
              <a:t> le style du </a:t>
            </a:r>
            <a:r>
              <a:rPr lang="de-DE" noProof="0" err="1"/>
              <a:t>titre</a:t>
            </a:r>
            <a:endParaRPr lang="de-DE" noProof="0"/>
          </a:p>
        </p:txBody>
      </p:sp>
      <p:sp>
        <p:nvSpPr>
          <p:cNvPr id="9" name="Status" hidden="1"/>
          <p:cNvSpPr txBox="1">
            <a:spLocks/>
          </p:cNvSpPr>
          <p:nvPr userDrawn="1">
            <p:custDataLst>
              <p:tags r:id="rId3"/>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de-DE" sz="1322" cap="none" baseline="0">
              <a:solidFill>
                <a:srgbClr val="000000"/>
              </a:solidFill>
              <a:latin typeface="Arial" panose="020B0604020202020204" pitchFamily="34" charset="0"/>
              <a:cs typeface="Arial" panose="020B0604020202020204" pitchFamily="34" charset="0"/>
            </a:endParaRPr>
          </a:p>
        </p:txBody>
      </p:sp>
      <p:sp>
        <p:nvSpPr>
          <p:cNvPr id="8" name="LogoFrame"/>
          <p:cNvSpPr>
            <a:spLocks/>
          </p:cNvSpPr>
          <p:nvPr userDrawn="1">
            <p:custDataLst>
              <p:tags r:id="rId4"/>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60">
              <a:solidFill>
                <a:schemeClr val="tx1"/>
              </a:solidFill>
            </a:endParaRPr>
          </a:p>
        </p:txBody>
      </p:sp>
      <p:pic>
        <p:nvPicPr>
          <p:cNvPr id="2" name="Image 1"/>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0539273" y="487850"/>
            <a:ext cx="1192198" cy="998022"/>
          </a:xfrm>
          <a:prstGeom prst="rect">
            <a:avLst/>
          </a:prstGeom>
        </p:spPr>
      </p:pic>
    </p:spTree>
    <p:extLst>
      <p:ext uri="{BB962C8B-B14F-4D97-AF65-F5344CB8AC3E}">
        <p14:creationId xmlns:p14="http://schemas.microsoft.com/office/powerpoint/2010/main" val="2932381573"/>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preserve="1" userDrawn="1">
  <p:cSld name="1_Section Header">
    <p:bg>
      <p:bgPr>
        <a:solidFill>
          <a:schemeClr val="accent1"/>
        </a:solidFill>
        <a:effectLst/>
      </p:bgPr>
    </p:bg>
    <p:spTree>
      <p:nvGrpSpPr>
        <p:cNvPr id="1" name=""/>
        <p:cNvGrpSpPr/>
        <p:nvPr/>
      </p:nvGrpSpPr>
      <p:grpSpPr>
        <a:xfrm>
          <a:off x="0" y="0"/>
          <a:ext cx="0" cy="0"/>
          <a:chOff x="0" y="0"/>
          <a:chExt cx="0" cy="0"/>
        </a:xfrm>
      </p:grpSpPr>
      <p:sp>
        <p:nvSpPr>
          <p:cNvPr id="8" name="EcoBackground" hidden="1"/>
          <p:cNvSpPr/>
          <p:nvPr userDrawn="1">
            <p:custDataLst>
              <p:tags r:id="rId2"/>
            </p:custDataLst>
          </p:nvPr>
        </p:nvSpPr>
        <p:spPr bwMode="gray">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60">
              <a:solidFill>
                <a:srgbClr val="FFFFFF"/>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3"/>
            </p:custDataLst>
          </p:nvPr>
        </p:nvSpPr>
        <p:spPr>
          <a:xfrm>
            <a:off x="351156" y="3084922"/>
            <a:ext cx="8065453" cy="1715678"/>
          </a:xfrm>
        </p:spPr>
        <p:txBody>
          <a:bodyPr lIns="36000" anchor="b" anchorCtr="0">
            <a:noAutofit/>
          </a:bodyPr>
          <a:lstStyle>
            <a:lvl1pPr algn="l">
              <a:defRPr sz="3840" b="0" cap="none" baseline="0">
                <a:solidFill>
                  <a:srgbClr val="FFFFFF"/>
                </a:solidFill>
              </a:defRPr>
            </a:lvl1pPr>
          </a:lstStyle>
          <a:p>
            <a:r>
              <a:rPr lang="de-DE" err="1"/>
              <a:t>Modifiez</a:t>
            </a:r>
            <a:r>
              <a:rPr lang="de-DE"/>
              <a:t> le style du </a:t>
            </a:r>
            <a:r>
              <a:rPr lang="de-DE" err="1"/>
              <a:t>titre</a:t>
            </a:r>
            <a:endParaRPr lang="de-DE"/>
          </a:p>
        </p:txBody>
      </p:sp>
      <p:sp>
        <p:nvSpPr>
          <p:cNvPr id="4" name="Hider"/>
          <p:cNvSpPr/>
          <p:nvPr userDrawn="1"/>
        </p:nvSpPr>
        <p:spPr bwMode="white">
          <a:xfrm>
            <a:off x="0" y="8308829"/>
            <a:ext cx="12801600" cy="129237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60"/>
          </a:p>
        </p:txBody>
      </p:sp>
      <p:sp>
        <p:nvSpPr>
          <p:cNvPr id="9" name="Status" hidden="1"/>
          <p:cNvSpPr txBox="1">
            <a:spLocks/>
          </p:cNvSpPr>
          <p:nvPr userDrawn="1">
            <p:custDataLst>
              <p:tags r:id="rId4"/>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de-DE" sz="1322" cap="none" baseline="0">
              <a:solidFill>
                <a:srgbClr val="000000"/>
              </a:solidFill>
              <a:latin typeface="Arial" panose="020B0604020202020204" pitchFamily="34" charset="0"/>
              <a:cs typeface="Arial" panose="020B0604020202020204" pitchFamily="34" charset="0"/>
            </a:endParaRPr>
          </a:p>
        </p:txBody>
      </p:sp>
      <p:pic>
        <p:nvPicPr>
          <p:cNvPr id="3" name="Image 2"/>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1410560" y="8625081"/>
            <a:ext cx="818676" cy="685338"/>
          </a:xfrm>
          <a:prstGeom prst="rect">
            <a:avLst/>
          </a:prstGeom>
        </p:spPr>
      </p:pic>
    </p:spTree>
    <p:extLst>
      <p:ext uri="{BB962C8B-B14F-4D97-AF65-F5344CB8AC3E}">
        <p14:creationId xmlns:p14="http://schemas.microsoft.com/office/powerpoint/2010/main" val="1352727677"/>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with Image" preserve="1" userDrawn="1">
  <p:cSld name="1_Section Header with Image">
    <p:bg>
      <p:bgPr>
        <a:solidFill>
          <a:schemeClr val="accent1"/>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0"/>
            <p:custDataLst>
              <p:tags r:id="rId2"/>
            </p:custDataLst>
          </p:nvPr>
        </p:nvSpPr>
        <p:spPr>
          <a:xfrm>
            <a:off x="0" y="0"/>
            <a:ext cx="12801600" cy="8308829"/>
          </a:xfrm>
        </p:spPr>
        <p:txBody>
          <a:bodyPr lIns="0" tIns="0" bIns="468000" anchor="ctr" anchorCtr="0"/>
          <a:lstStyle>
            <a:lvl1pPr marL="0" indent="0" algn="ctr">
              <a:buNone/>
              <a:defRPr>
                <a:solidFill>
                  <a:schemeClr val="accent1"/>
                </a:solidFill>
              </a:defRPr>
            </a:lvl1pPr>
          </a:lstStyle>
          <a:p>
            <a:r>
              <a:rPr lang="de-DE" noProof="0" err="1"/>
              <a:t>Cliquez</a:t>
            </a:r>
            <a:r>
              <a:rPr lang="de-DE" noProof="0"/>
              <a:t> </a:t>
            </a:r>
            <a:r>
              <a:rPr lang="de-DE" noProof="0" err="1"/>
              <a:t>sur</a:t>
            </a:r>
            <a:r>
              <a:rPr lang="de-DE" noProof="0"/>
              <a:t> </a:t>
            </a:r>
            <a:r>
              <a:rPr lang="de-DE" noProof="0" err="1"/>
              <a:t>l'icône</a:t>
            </a:r>
            <a:r>
              <a:rPr lang="de-DE" noProof="0"/>
              <a:t> </a:t>
            </a:r>
            <a:r>
              <a:rPr lang="de-DE" noProof="0" err="1"/>
              <a:t>pour</a:t>
            </a:r>
            <a:r>
              <a:rPr lang="de-DE" noProof="0"/>
              <a:t> </a:t>
            </a:r>
            <a:r>
              <a:rPr lang="de-DE" noProof="0" err="1"/>
              <a:t>ajouter</a:t>
            </a:r>
            <a:r>
              <a:rPr lang="de-DE" noProof="0"/>
              <a:t> </a:t>
            </a:r>
            <a:r>
              <a:rPr lang="de-DE" noProof="0" err="1"/>
              <a:t>une</a:t>
            </a:r>
            <a:r>
              <a:rPr lang="de-DE" noProof="0"/>
              <a:t> </a:t>
            </a:r>
            <a:r>
              <a:rPr lang="de-DE" noProof="0" err="1"/>
              <a:t>image</a:t>
            </a:r>
            <a:endParaRPr lang="de-DE" noProof="0"/>
          </a:p>
        </p:txBody>
      </p:sp>
      <p:sp>
        <p:nvSpPr>
          <p:cNvPr id="13" name="EcoBackground" hidden="1"/>
          <p:cNvSpPr/>
          <p:nvPr userDrawn="1">
            <p:custDataLst>
              <p:tags r:id="rId3"/>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60" noProof="0"/>
          </a:p>
        </p:txBody>
      </p:sp>
      <p:sp>
        <p:nvSpPr>
          <p:cNvPr id="6" name="Hider"/>
          <p:cNvSpPr/>
          <p:nvPr userDrawn="1"/>
        </p:nvSpPr>
        <p:spPr bwMode="white">
          <a:xfrm>
            <a:off x="0" y="8308829"/>
            <a:ext cx="12801600" cy="129237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60" noProof="0"/>
          </a:p>
        </p:txBody>
      </p:sp>
      <p:sp>
        <p:nvSpPr>
          <p:cNvPr id="10" name="Status" hidden="1"/>
          <p:cNvSpPr txBox="1">
            <a:spLocks/>
          </p:cNvSpPr>
          <p:nvPr userDrawn="1">
            <p:custDataLst>
              <p:tags r:id="rId4"/>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de-DE" sz="1322" cap="none" baseline="0">
              <a:solidFill>
                <a:srgbClr val="000000"/>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5"/>
            </p:custDataLst>
          </p:nvPr>
        </p:nvSpPr>
        <p:spPr bwMode="ltGray">
          <a:xfrm>
            <a:off x="0" y="3622699"/>
            <a:ext cx="5493600" cy="715672"/>
          </a:xfrm>
          <a:solidFill>
            <a:schemeClr val="accent1"/>
          </a:solidFill>
        </p:spPr>
        <p:txBody>
          <a:bodyPr lIns="396000" tIns="144000" bIns="144000" anchor="ctr" anchorCtr="0">
            <a:spAutoFit/>
          </a:bodyPr>
          <a:lstStyle>
            <a:lvl1pPr algn="l">
              <a:defRPr sz="2761" b="0" cap="none" baseline="0">
                <a:solidFill>
                  <a:srgbClr val="FFFFFF"/>
                </a:solidFill>
              </a:defRPr>
            </a:lvl1pPr>
          </a:lstStyle>
          <a:p>
            <a:r>
              <a:rPr lang="de-DE" noProof="0" err="1"/>
              <a:t>Modifiez</a:t>
            </a:r>
            <a:r>
              <a:rPr lang="de-DE" noProof="0"/>
              <a:t> le style du </a:t>
            </a:r>
            <a:r>
              <a:rPr lang="de-DE" noProof="0" err="1"/>
              <a:t>titre</a:t>
            </a:r>
            <a:endParaRPr lang="de-DE" noProof="0"/>
          </a:p>
        </p:txBody>
      </p:sp>
      <p:pic>
        <p:nvPicPr>
          <p:cNvPr id="3" name="Image 2"/>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1410560" y="8625081"/>
            <a:ext cx="818676" cy="685338"/>
          </a:xfrm>
          <a:prstGeom prst="rect">
            <a:avLst/>
          </a:prstGeom>
        </p:spPr>
      </p:pic>
    </p:spTree>
    <p:extLst>
      <p:ext uri="{BB962C8B-B14F-4D97-AF65-F5344CB8AC3E}">
        <p14:creationId xmlns:p14="http://schemas.microsoft.com/office/powerpoint/2010/main" val="760719007"/>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Image and Content 2/3 - 1/3" preserve="1" userDrawn="1">
  <p:cSld name="1_Image and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
        <p:nvSpPr>
          <p:cNvPr id="7" name="Picture Placeholder 6"/>
          <p:cNvSpPr>
            <a:spLocks noGrp="1"/>
          </p:cNvSpPr>
          <p:nvPr>
            <p:ph type="pic" sz="quarter" idx="12"/>
          </p:nvPr>
        </p:nvSpPr>
        <p:spPr>
          <a:xfrm>
            <a:off x="351156" y="2624328"/>
            <a:ext cx="8065453" cy="6048756"/>
          </a:xfrm>
        </p:spPr>
        <p:txBody>
          <a:bodyPr lIns="0" bIns="432000" anchor="ctr" anchorCtr="0"/>
          <a:lstStyle>
            <a:lvl1pPr marL="0" indent="0" algn="ctr">
              <a:buNone/>
              <a:defRPr>
                <a:solidFill>
                  <a:srgbClr val="808080"/>
                </a:solidFill>
              </a:defRPr>
            </a:lvl1pPr>
          </a:lstStyle>
          <a:p>
            <a:r>
              <a:rPr lang="de-DE" err="1"/>
              <a:t>Cliquez</a:t>
            </a:r>
            <a:r>
              <a:rPr lang="de-DE"/>
              <a:t> </a:t>
            </a:r>
            <a:r>
              <a:rPr lang="de-DE" err="1"/>
              <a:t>sur</a:t>
            </a:r>
            <a:r>
              <a:rPr lang="de-DE"/>
              <a:t> </a:t>
            </a:r>
            <a:r>
              <a:rPr lang="de-DE" err="1"/>
              <a:t>l'icône</a:t>
            </a:r>
            <a:r>
              <a:rPr lang="de-DE"/>
              <a:t> </a:t>
            </a:r>
            <a:r>
              <a:rPr lang="de-DE" err="1"/>
              <a:t>pour</a:t>
            </a:r>
            <a:r>
              <a:rPr lang="de-DE"/>
              <a:t> </a:t>
            </a:r>
            <a:r>
              <a:rPr lang="de-DE" err="1"/>
              <a:t>ajouter</a:t>
            </a:r>
            <a:r>
              <a:rPr lang="de-DE"/>
              <a:t> </a:t>
            </a:r>
            <a:r>
              <a:rPr lang="de-DE" err="1"/>
              <a:t>une</a:t>
            </a:r>
            <a:r>
              <a:rPr lang="de-DE"/>
              <a:t> </a:t>
            </a:r>
            <a:r>
              <a:rPr lang="de-DE" err="1"/>
              <a:t>image</a:t>
            </a:r>
            <a:endParaRPr lang="de-DE"/>
          </a:p>
        </p:txBody>
      </p:sp>
      <p:sp>
        <p:nvSpPr>
          <p:cNvPr id="9" name="Content Placeholder 8"/>
          <p:cNvSpPr>
            <a:spLocks noGrp="1"/>
          </p:cNvSpPr>
          <p:nvPr>
            <p:ph sz="quarter" idx="13"/>
          </p:nvPr>
        </p:nvSpPr>
        <p:spPr>
          <a:xfrm>
            <a:off x="8517838" y="2624328"/>
            <a:ext cx="3830376" cy="6048756"/>
          </a:xfrm>
        </p:spPr>
        <p:txBody>
          <a:bodyPr/>
          <a:lstStyle>
            <a:lvl1pPr>
              <a:defRPr sz="1919"/>
            </a:lvl1pPr>
            <a:lvl2pPr>
              <a:defRPr sz="1800"/>
            </a:lvl2pPr>
            <a:lvl3pPr>
              <a:defRPr sz="1680"/>
            </a:lvl3pPr>
            <a:lvl4pPr>
              <a:defRPr sz="1561"/>
            </a:lvl4pPr>
            <a:lvl5pPr>
              <a:defRPr sz="1441"/>
            </a:lvl5p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Tree>
    <p:extLst>
      <p:ext uri="{BB962C8B-B14F-4D97-AF65-F5344CB8AC3E}">
        <p14:creationId xmlns:p14="http://schemas.microsoft.com/office/powerpoint/2010/main" val="869075381"/>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 and Content 1/3 - 2/3" preserve="1" userDrawn="1">
  <p:cSld name="1_Image and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
        <p:nvSpPr>
          <p:cNvPr id="4" name="Picture Placeholder 3"/>
          <p:cNvSpPr>
            <a:spLocks noGrp="1"/>
          </p:cNvSpPr>
          <p:nvPr>
            <p:ph type="pic" sz="quarter" idx="13"/>
          </p:nvPr>
        </p:nvSpPr>
        <p:spPr>
          <a:xfrm>
            <a:off x="351152" y="2624333"/>
            <a:ext cx="3931200" cy="6048755"/>
          </a:xfrm>
        </p:spPr>
        <p:txBody>
          <a:bodyPr lIns="0" bIns="432000" anchor="ctr" anchorCtr="0"/>
          <a:lstStyle>
            <a:lvl1pPr marL="0" indent="0" algn="ctr">
              <a:buNone/>
              <a:defRPr>
                <a:solidFill>
                  <a:srgbClr val="808080"/>
                </a:solidFill>
              </a:defRPr>
            </a:lvl1pPr>
          </a:lstStyle>
          <a:p>
            <a:r>
              <a:rPr lang="de-DE" err="1"/>
              <a:t>Cliquez</a:t>
            </a:r>
            <a:r>
              <a:rPr lang="de-DE"/>
              <a:t> </a:t>
            </a:r>
            <a:r>
              <a:rPr lang="de-DE" err="1"/>
              <a:t>sur</a:t>
            </a:r>
            <a:r>
              <a:rPr lang="de-DE"/>
              <a:t> </a:t>
            </a:r>
            <a:r>
              <a:rPr lang="de-DE" err="1"/>
              <a:t>l'icône</a:t>
            </a:r>
            <a:r>
              <a:rPr lang="de-DE"/>
              <a:t> </a:t>
            </a:r>
            <a:r>
              <a:rPr lang="de-DE" err="1"/>
              <a:t>pour</a:t>
            </a:r>
            <a:r>
              <a:rPr lang="de-DE"/>
              <a:t> </a:t>
            </a:r>
            <a:r>
              <a:rPr lang="de-DE" err="1"/>
              <a:t>ajouter</a:t>
            </a:r>
            <a:r>
              <a:rPr lang="de-DE"/>
              <a:t> </a:t>
            </a:r>
            <a:r>
              <a:rPr lang="de-DE" err="1"/>
              <a:t>une</a:t>
            </a:r>
            <a:r>
              <a:rPr lang="de-DE"/>
              <a:t> </a:t>
            </a:r>
            <a:r>
              <a:rPr lang="de-DE" err="1"/>
              <a:t>image</a:t>
            </a:r>
            <a:endParaRPr lang="de-DE"/>
          </a:p>
        </p:txBody>
      </p:sp>
      <p:sp>
        <p:nvSpPr>
          <p:cNvPr id="8" name="Content Placeholder 7"/>
          <p:cNvSpPr>
            <a:spLocks noGrp="1"/>
          </p:cNvSpPr>
          <p:nvPr>
            <p:ph sz="quarter" idx="14"/>
          </p:nvPr>
        </p:nvSpPr>
        <p:spPr>
          <a:xfrm>
            <a:off x="4384996" y="2624328"/>
            <a:ext cx="7963218" cy="6048753"/>
          </a:xfrm>
        </p:spPr>
        <p:txBody>
          <a:body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Tree>
    <p:extLst>
      <p:ext uri="{BB962C8B-B14F-4D97-AF65-F5344CB8AC3E}">
        <p14:creationId xmlns:p14="http://schemas.microsoft.com/office/powerpoint/2010/main" val="2255835143"/>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1/3 - 2/3" preserve="1" userDrawn="1">
  <p:cSld name="1_Two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
        <p:nvSpPr>
          <p:cNvPr id="9" name="Content Placeholder 8"/>
          <p:cNvSpPr>
            <a:spLocks noGrp="1"/>
          </p:cNvSpPr>
          <p:nvPr>
            <p:ph sz="quarter" idx="13"/>
          </p:nvPr>
        </p:nvSpPr>
        <p:spPr>
          <a:xfrm>
            <a:off x="5189539" y="2624328"/>
            <a:ext cx="7158673" cy="6048756"/>
          </a:xfrm>
        </p:spPr>
        <p:txBody>
          <a:body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
        <p:nvSpPr>
          <p:cNvPr id="10" name="Content Placeholder 8"/>
          <p:cNvSpPr>
            <a:spLocks noGrp="1"/>
          </p:cNvSpPr>
          <p:nvPr>
            <p:ph sz="quarter" idx="14"/>
          </p:nvPr>
        </p:nvSpPr>
        <p:spPr>
          <a:xfrm>
            <a:off x="351158" y="2624328"/>
            <a:ext cx="4033839" cy="6048756"/>
          </a:xfrm>
        </p:spPr>
        <p:txBody>
          <a:body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Tree>
    <p:extLst>
      <p:ext uri="{BB962C8B-B14F-4D97-AF65-F5344CB8AC3E}">
        <p14:creationId xmlns:p14="http://schemas.microsoft.com/office/powerpoint/2010/main" val="1423272213"/>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2/3 - 1/3" preserve="1" userDrawn="1">
  <p:cSld name="1_Two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
        <p:nvSpPr>
          <p:cNvPr id="9" name="Content Placeholder 8"/>
          <p:cNvSpPr>
            <a:spLocks noGrp="1"/>
          </p:cNvSpPr>
          <p:nvPr>
            <p:ph sz="quarter" idx="13"/>
          </p:nvPr>
        </p:nvSpPr>
        <p:spPr>
          <a:xfrm>
            <a:off x="351155" y="2624328"/>
            <a:ext cx="7259934" cy="6048756"/>
          </a:xfrm>
        </p:spPr>
        <p:txBody>
          <a:body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
        <p:nvSpPr>
          <p:cNvPr id="10" name="Content Placeholder 8"/>
          <p:cNvSpPr>
            <a:spLocks noGrp="1"/>
          </p:cNvSpPr>
          <p:nvPr>
            <p:ph sz="quarter" idx="14"/>
          </p:nvPr>
        </p:nvSpPr>
        <p:spPr>
          <a:xfrm>
            <a:off x="8416612" y="2624328"/>
            <a:ext cx="3931602" cy="6048756"/>
          </a:xfrm>
        </p:spPr>
        <p:txBody>
          <a:bodyPr/>
          <a:lstStyle>
            <a:lvl1pPr>
              <a:defRPr sz="1919"/>
            </a:lvl1pPr>
            <a:lvl2pPr>
              <a:defRPr sz="1800"/>
            </a:lvl2pPr>
            <a:lvl3pPr>
              <a:defRPr sz="1680"/>
            </a:lvl3pPr>
            <a:lvl4pPr>
              <a:defRPr sz="1561"/>
            </a:lvl4pPr>
            <a:lvl5pPr>
              <a:defRPr sz="1441"/>
            </a:lvl5p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Tree>
    <p:extLst>
      <p:ext uri="{BB962C8B-B14F-4D97-AF65-F5344CB8AC3E}">
        <p14:creationId xmlns:p14="http://schemas.microsoft.com/office/powerpoint/2010/main" val="233528342"/>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ull width Content" preserve="1" userDrawn="1">
  <p:cSld name="1_Title and full width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
        <p:nvSpPr>
          <p:cNvPr id="5" name="Content Placeholder 4"/>
          <p:cNvSpPr>
            <a:spLocks noGrp="1"/>
          </p:cNvSpPr>
          <p:nvPr>
            <p:ph sz="quarter" idx="12"/>
          </p:nvPr>
        </p:nvSpPr>
        <p:spPr>
          <a:xfrm>
            <a:off x="351158" y="2624327"/>
            <a:ext cx="11997057" cy="6048756"/>
          </a:xfrm>
        </p:spPr>
        <p:txBody>
          <a:body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Tree>
    <p:extLst>
      <p:ext uri="{BB962C8B-B14F-4D97-AF65-F5344CB8AC3E}">
        <p14:creationId xmlns:p14="http://schemas.microsoft.com/office/powerpoint/2010/main" val="745823665"/>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Key Message" preserve="1" userDrawn="1">
  <p:cSld name="1_Key Message">
    <p:spTree>
      <p:nvGrpSpPr>
        <p:cNvPr id="1" name=""/>
        <p:cNvGrpSpPr/>
        <p:nvPr/>
      </p:nvGrpSpPr>
      <p:grpSpPr>
        <a:xfrm>
          <a:off x="0" y="0"/>
          <a:ext cx="0" cy="0"/>
          <a:chOff x="0" y="0"/>
          <a:chExt cx="0" cy="0"/>
        </a:xfrm>
      </p:grpSpPr>
      <p:sp>
        <p:nvSpPr>
          <p:cNvPr id="2" name="Title 1"/>
          <p:cNvSpPr>
            <a:spLocks noGrp="1"/>
          </p:cNvSpPr>
          <p:nvPr>
            <p:ph type="title"/>
          </p:nvPr>
        </p:nvSpPr>
        <p:spPr>
          <a:xfrm>
            <a:off x="351158" y="203611"/>
            <a:ext cx="10081260" cy="888374"/>
          </a:xfrm>
        </p:spPr>
        <p:txBody>
          <a:bodyPr>
            <a:noAutofit/>
          </a:bodyPr>
          <a:lstStyle>
            <a:lvl1pPr>
              <a:defRPr>
                <a:solidFill>
                  <a:schemeClr val="accent1"/>
                </a:solidFill>
              </a:defRPr>
            </a:lvl1pPr>
          </a:lstStyle>
          <a:p>
            <a:r>
              <a:rPr lang="de-DE" err="1"/>
              <a:t>Modifiez</a:t>
            </a:r>
            <a:r>
              <a:rPr lang="de-DE"/>
              <a:t> le style du </a:t>
            </a:r>
            <a:r>
              <a:rPr lang="de-DE" err="1"/>
              <a:t>titre</a:t>
            </a:r>
            <a:endParaRPr lang="de-DE"/>
          </a:p>
        </p:txBody>
      </p:sp>
      <p:sp>
        <p:nvSpPr>
          <p:cNvPr id="6" name="Table Placeholder 5"/>
          <p:cNvSpPr>
            <a:spLocks noGrp="1"/>
          </p:cNvSpPr>
          <p:nvPr>
            <p:ph type="tbl" sz="quarter" idx="12"/>
          </p:nvPr>
        </p:nvSpPr>
        <p:spPr>
          <a:xfrm>
            <a:off x="4485009" y="1720216"/>
            <a:ext cx="7863205" cy="6710172"/>
          </a:xfrm>
        </p:spPr>
        <p:txBody>
          <a:bodyPr bIns="432000" anchor="ctr" anchorCtr="0"/>
          <a:lstStyle>
            <a:lvl1pPr marL="0" indent="0" algn="ctr">
              <a:buNone/>
              <a:defRPr>
                <a:solidFill>
                  <a:srgbClr val="808080"/>
                </a:solidFill>
              </a:defRPr>
            </a:lvl1pPr>
          </a:lstStyle>
          <a:p>
            <a:r>
              <a:rPr lang="de-DE" err="1"/>
              <a:t>Cliquez</a:t>
            </a:r>
            <a:r>
              <a:rPr lang="de-DE"/>
              <a:t> </a:t>
            </a:r>
            <a:r>
              <a:rPr lang="de-DE" err="1"/>
              <a:t>sur</a:t>
            </a:r>
            <a:r>
              <a:rPr lang="de-DE"/>
              <a:t> </a:t>
            </a:r>
            <a:r>
              <a:rPr lang="de-DE" err="1"/>
              <a:t>l'icône</a:t>
            </a:r>
            <a:r>
              <a:rPr lang="de-DE"/>
              <a:t> </a:t>
            </a:r>
            <a:r>
              <a:rPr lang="de-DE" err="1"/>
              <a:t>pour</a:t>
            </a:r>
            <a:r>
              <a:rPr lang="de-DE"/>
              <a:t> </a:t>
            </a:r>
            <a:r>
              <a:rPr lang="de-DE" err="1"/>
              <a:t>ajouter</a:t>
            </a:r>
            <a:r>
              <a:rPr lang="de-DE"/>
              <a:t> </a:t>
            </a:r>
            <a:r>
              <a:rPr lang="de-DE" err="1"/>
              <a:t>un</a:t>
            </a:r>
            <a:r>
              <a:rPr lang="de-DE"/>
              <a:t> </a:t>
            </a:r>
            <a:r>
              <a:rPr lang="de-DE" err="1"/>
              <a:t>tableau</a:t>
            </a:r>
            <a:endParaRPr lang="de-DE"/>
          </a:p>
        </p:txBody>
      </p:sp>
      <p:sp>
        <p:nvSpPr>
          <p:cNvPr id="8" name="Text Placeholder 6"/>
          <p:cNvSpPr>
            <a:spLocks noGrp="1"/>
          </p:cNvSpPr>
          <p:nvPr>
            <p:ph type="body" sz="quarter" idx="13"/>
          </p:nvPr>
        </p:nvSpPr>
        <p:spPr bwMode="ltGray">
          <a:xfrm>
            <a:off x="444502" y="1719302"/>
            <a:ext cx="3831799" cy="736081"/>
          </a:xfrm>
          <a:solidFill>
            <a:schemeClr val="accent1"/>
          </a:solidFill>
        </p:spPr>
        <p:txBody>
          <a:bodyPr lIns="108000" tIns="72000" rIns="108000" bIns="72000" anchor="t" anchorCtr="0">
            <a:spAutoFit/>
          </a:bodyPr>
          <a:lstStyle>
            <a:lvl1pPr marL="0" indent="0">
              <a:spcAft>
                <a:spcPts val="0"/>
              </a:spcAft>
              <a:buNone/>
              <a:defRPr b="1">
                <a:solidFill>
                  <a:srgbClr val="FFFFFF"/>
                </a:solidFill>
              </a:defRPr>
            </a:lvl1pPr>
          </a:lstStyle>
          <a:p>
            <a:pPr lvl="0"/>
            <a:r>
              <a:rPr lang="de-DE" err="1"/>
              <a:t>Modifier</a:t>
            </a:r>
            <a:r>
              <a:rPr lang="de-DE"/>
              <a:t> les </a:t>
            </a:r>
            <a:r>
              <a:rPr lang="de-DE" err="1"/>
              <a:t>styles</a:t>
            </a:r>
            <a:r>
              <a:rPr lang="de-DE"/>
              <a:t> du texte du </a:t>
            </a:r>
            <a:r>
              <a:rPr lang="de-DE" err="1"/>
              <a:t>masque</a:t>
            </a:r>
            <a:endParaRPr lang="de-DE"/>
          </a:p>
        </p:txBody>
      </p:sp>
    </p:spTree>
    <p:extLst>
      <p:ext uri="{BB962C8B-B14F-4D97-AF65-F5344CB8AC3E}">
        <p14:creationId xmlns:p14="http://schemas.microsoft.com/office/powerpoint/2010/main" val="2172200407"/>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Tree>
    <p:extLst>
      <p:ext uri="{BB962C8B-B14F-4D97-AF65-F5344CB8AC3E}">
        <p14:creationId xmlns:p14="http://schemas.microsoft.com/office/powerpoint/2010/main" val="1114902880"/>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genda" type="titleOnly" preserve="1">
  <p:cSld name="1_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Tree>
    <p:extLst>
      <p:ext uri="{BB962C8B-B14F-4D97-AF65-F5344CB8AC3E}">
        <p14:creationId xmlns:p14="http://schemas.microsoft.com/office/powerpoint/2010/main" val="4238801994"/>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1976096"/>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Closing" preserve="1" userDrawn="1">
  <p:cSld name="Closing">
    <p:bg>
      <p:bgPr>
        <a:solidFill>
          <a:srgbClr val="D82034"/>
        </a:solidFill>
        <a:effectLst/>
      </p:bgPr>
    </p:bg>
    <p:spTree>
      <p:nvGrpSpPr>
        <p:cNvPr id="1" name=""/>
        <p:cNvGrpSpPr/>
        <p:nvPr/>
      </p:nvGrpSpPr>
      <p:grpSpPr>
        <a:xfrm>
          <a:off x="0" y="0"/>
          <a:ext cx="0" cy="0"/>
          <a:chOff x="0" y="0"/>
          <a:chExt cx="0" cy="0"/>
        </a:xfrm>
      </p:grpSpPr>
      <p:sp>
        <p:nvSpPr>
          <p:cNvPr id="9"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60">
              <a:solidFill>
                <a:srgbClr val="FFFFFF"/>
              </a:solidFill>
              <a:latin typeface="Arial" panose="020B0604020202020204" pitchFamily="34" charset="0"/>
              <a:cs typeface="Arial" panose="020B0604020202020204" pitchFamily="34" charset="0"/>
            </a:endParaRPr>
          </a:p>
        </p:txBody>
      </p:sp>
      <p:sp>
        <p:nvSpPr>
          <p:cNvPr id="10" name="Status" hidden="1"/>
          <p:cNvSpPr txBox="1">
            <a:spLocks/>
          </p:cNvSpPr>
          <p:nvPr userDrawn="1">
            <p:custDataLst>
              <p:tags r:id="rId3"/>
            </p:custDataLst>
          </p:nvPr>
        </p:nvSpPr>
        <p:spPr>
          <a:xfrm>
            <a:off x="12321696" y="2349614"/>
            <a:ext cx="479905" cy="203454"/>
          </a:xfrm>
          <a:prstGeom prst="rect">
            <a:avLst/>
          </a:prstGeom>
          <a:solidFill>
            <a:srgbClr val="DFDFDF"/>
          </a:solidFill>
        </p:spPr>
        <p:txBody>
          <a:bodyPr wrap="none" lIns="86400" tIns="0" rIns="388800" bIns="0" rtlCol="0" anchor="ctr">
            <a:spAutoFit/>
          </a:bodyPr>
          <a:lstStyle/>
          <a:p>
            <a:pPr algn="r"/>
            <a:endParaRPr lang="de-DE" sz="1322" cap="none" baseline="0">
              <a:solidFill>
                <a:srgbClr val="000000"/>
              </a:solidFill>
              <a:latin typeface="Arial" panose="020B0604020202020204" pitchFamily="34" charset="0"/>
              <a:cs typeface="Arial" panose="020B0604020202020204" pitchFamily="34" charset="0"/>
            </a:endParaRPr>
          </a:p>
        </p:txBody>
      </p:sp>
      <p:sp>
        <p:nvSpPr>
          <p:cNvPr id="7" name="LogoFrame"/>
          <p:cNvSpPr>
            <a:spLocks/>
          </p:cNvSpPr>
          <p:nvPr userDrawn="1">
            <p:custDataLst>
              <p:tags r:id="rId4"/>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60">
              <a:solidFill>
                <a:schemeClr val="tx1"/>
              </a:solidFill>
            </a:endParaRPr>
          </a:p>
        </p:txBody>
      </p:sp>
      <p:pic>
        <p:nvPicPr>
          <p:cNvPr id="2" name="Image 1"/>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0539273" y="487850"/>
            <a:ext cx="1192198" cy="998022"/>
          </a:xfrm>
          <a:prstGeom prst="rect">
            <a:avLst/>
          </a:prstGeom>
        </p:spPr>
      </p:pic>
    </p:spTree>
    <p:extLst>
      <p:ext uri="{BB962C8B-B14F-4D97-AF65-F5344CB8AC3E}">
        <p14:creationId xmlns:p14="http://schemas.microsoft.com/office/powerpoint/2010/main" val="2292062244"/>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Closing with Image" preserve="1" userDrawn="1">
  <p:cSld name="Closing with Image">
    <p:bg>
      <p:bgPr>
        <a:solidFill>
          <a:srgbClr val="D82034"/>
        </a:solidFill>
        <a:effectLst/>
      </p:bgPr>
    </p:bg>
    <p:spTree>
      <p:nvGrpSpPr>
        <p:cNvPr id="1" name=""/>
        <p:cNvGrpSpPr/>
        <p:nvPr/>
      </p:nvGrpSpPr>
      <p:grpSpPr>
        <a:xfrm>
          <a:off x="0" y="0"/>
          <a:ext cx="0" cy="0"/>
          <a:chOff x="0" y="0"/>
          <a:chExt cx="0" cy="0"/>
        </a:xfrm>
      </p:grpSpPr>
      <p:sp>
        <p:nvSpPr>
          <p:cNvPr id="10"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60">
              <a:solidFill>
                <a:srgbClr val="FFFFFF"/>
              </a:solidFill>
              <a:latin typeface="Arial" panose="020B0604020202020204" pitchFamily="34" charset="0"/>
              <a:cs typeface="Arial" panose="020B0604020202020204" pitchFamily="34" charset="0"/>
            </a:endParaRPr>
          </a:p>
        </p:txBody>
      </p:sp>
      <p:sp>
        <p:nvSpPr>
          <p:cNvPr id="6" name="LogoFrame"/>
          <p:cNvSpPr>
            <a:spLocks/>
          </p:cNvSpPr>
          <p:nvPr userDrawn="1">
            <p:custDataLst>
              <p:tags r:id="rId3"/>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2160">
              <a:solidFill>
                <a:schemeClr val="tx1"/>
              </a:solidFill>
            </a:endParaRPr>
          </a:p>
        </p:txBody>
      </p:sp>
      <p:sp>
        <p:nvSpPr>
          <p:cNvPr id="4" name="Picture Placeholder 4"/>
          <p:cNvSpPr>
            <a:spLocks noGrp="1"/>
          </p:cNvSpPr>
          <p:nvPr>
            <p:ph type="pic" sz="quarter" idx="10"/>
            <p:custDataLst>
              <p:tags r:id="rId4"/>
            </p:custDataLst>
          </p:nvPr>
        </p:nvSpPr>
        <p:spPr>
          <a:xfrm>
            <a:off x="0" y="0"/>
            <a:ext cx="12801600" cy="9601200"/>
          </a:xfrm>
        </p:spPr>
        <p:txBody>
          <a:bodyPr bIns="432000" anchor="ctr" anchorCtr="0"/>
          <a:lstStyle>
            <a:lvl1pPr marL="0" indent="0" algn="ctr">
              <a:buNone/>
              <a:defRPr>
                <a:solidFill>
                  <a:srgbClr val="808080"/>
                </a:solidFill>
              </a:defRPr>
            </a:lvl1pPr>
          </a:lstStyle>
          <a:p>
            <a:r>
              <a:rPr lang="de-DE" err="1"/>
              <a:t>Cliquez</a:t>
            </a:r>
            <a:r>
              <a:rPr lang="de-DE"/>
              <a:t> </a:t>
            </a:r>
            <a:r>
              <a:rPr lang="de-DE" err="1"/>
              <a:t>sur</a:t>
            </a:r>
            <a:r>
              <a:rPr lang="de-DE"/>
              <a:t> </a:t>
            </a:r>
            <a:r>
              <a:rPr lang="de-DE" err="1"/>
              <a:t>l'icône</a:t>
            </a:r>
            <a:r>
              <a:rPr lang="de-DE"/>
              <a:t> </a:t>
            </a:r>
            <a:r>
              <a:rPr lang="de-DE" err="1"/>
              <a:t>pour</a:t>
            </a:r>
            <a:r>
              <a:rPr lang="de-DE"/>
              <a:t> </a:t>
            </a:r>
            <a:r>
              <a:rPr lang="de-DE" err="1"/>
              <a:t>ajouter</a:t>
            </a:r>
            <a:r>
              <a:rPr lang="de-DE"/>
              <a:t> </a:t>
            </a:r>
            <a:r>
              <a:rPr lang="de-DE" err="1"/>
              <a:t>une</a:t>
            </a:r>
            <a:r>
              <a:rPr lang="de-DE"/>
              <a:t> </a:t>
            </a:r>
            <a:r>
              <a:rPr lang="de-DE" err="1"/>
              <a:t>image</a:t>
            </a:r>
            <a:endParaRPr lang="de-DE"/>
          </a:p>
        </p:txBody>
      </p:sp>
      <p:sp>
        <p:nvSpPr>
          <p:cNvPr id="11" name="Status" hidden="1"/>
          <p:cNvSpPr txBox="1">
            <a:spLocks/>
          </p:cNvSpPr>
          <p:nvPr userDrawn="1">
            <p:custDataLst>
              <p:tags r:id="rId5"/>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de-DE" sz="1322" cap="none" baseline="0">
              <a:solidFill>
                <a:srgbClr val="000000"/>
              </a:solidFill>
              <a:latin typeface="Arial" panose="020B0604020202020204" pitchFamily="34" charset="0"/>
              <a:cs typeface="Arial" panose="020B0604020202020204" pitchFamily="34" charset="0"/>
            </a:endParaRPr>
          </a:p>
        </p:txBody>
      </p:sp>
      <p:pic>
        <p:nvPicPr>
          <p:cNvPr id="2" name="Image 1"/>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0539273" y="487850"/>
            <a:ext cx="1192198" cy="998022"/>
          </a:xfrm>
          <a:prstGeom prst="rect">
            <a:avLst/>
          </a:prstGeom>
        </p:spPr>
      </p:pic>
    </p:spTree>
    <p:extLst>
      <p:ext uri="{BB962C8B-B14F-4D97-AF65-F5344CB8AC3E}">
        <p14:creationId xmlns:p14="http://schemas.microsoft.com/office/powerpoint/2010/main" val="319184118"/>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Cover 1 ne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1708441-78EC-46DB-93E5-99C0B4776F82}"/>
              </a:ext>
            </a:extLst>
          </p:cNvPr>
          <p:cNvSpPr/>
          <p:nvPr userDrawn="1"/>
        </p:nvSpPr>
        <p:spPr>
          <a:xfrm>
            <a:off x="6254115" y="9458960"/>
            <a:ext cx="2400300" cy="142240"/>
          </a:xfrm>
          <a:prstGeom prst="rect">
            <a:avLst/>
          </a:prstGeom>
          <a:solidFill>
            <a:srgbClr val="AD9F99"/>
          </a:solidFill>
          <a:ln w="12700" cap="flat" cmpd="sng" algn="ctr">
            <a:noFill/>
            <a:prstDash val="solid"/>
            <a:miter lim="800000"/>
          </a:ln>
          <a:effectLst/>
        </p:spPr>
        <p:txBody>
          <a:bodyPr rot="0" spcFirstLastPara="0" vertOverflow="overflow" horzOverflow="overflow" vert="horz" wrap="square" lIns="91440" tIns="45721" rIns="91440" bIns="45721" numCol="1" spcCol="0" rtlCol="0" fromWordArt="0" anchor="ctr" anchorCtr="0" forceAA="0" compatLnSpc="1">
            <a:prstTxWarp prst="textNoShape">
              <a:avLst/>
            </a:prstTxWarp>
            <a:noAutofit/>
          </a:bodyPr>
          <a:lstStyle/>
          <a:p>
            <a:pPr marL="0" marR="0" lvl="0" indent="0" algn="ctr" defTabSz="91438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ource Sans Pro"/>
              <a:ea typeface="+mn-ea"/>
              <a:cs typeface="+mn-cs"/>
            </a:endParaRPr>
          </a:p>
        </p:txBody>
      </p:sp>
      <p:sp>
        <p:nvSpPr>
          <p:cNvPr id="23" name="Picture Placeholder 3">
            <a:extLst>
              <a:ext uri="{FF2B5EF4-FFF2-40B4-BE49-F238E27FC236}">
                <a16:creationId xmlns:a16="http://schemas.microsoft.com/office/drawing/2014/main" id="{04C9275E-CF24-4006-A22E-0EC5736C1768}"/>
              </a:ext>
            </a:extLst>
          </p:cNvPr>
          <p:cNvSpPr>
            <a:spLocks noGrp="1"/>
          </p:cNvSpPr>
          <p:nvPr>
            <p:ph type="pic" sz="quarter" idx="15" hasCustomPrompt="1"/>
          </p:nvPr>
        </p:nvSpPr>
        <p:spPr>
          <a:xfrm>
            <a:off x="1949405" y="2185685"/>
            <a:ext cx="1865234" cy="893445"/>
          </a:xfrm>
          <a:prstGeom prst="rect">
            <a:avLst/>
          </a:prstGeom>
          <a:solidFill>
            <a:schemeClr val="bg2">
              <a:lumMod val="95000"/>
            </a:schemeClr>
          </a:solidFill>
        </p:spPr>
        <p:txBody>
          <a:bodyPr lIns="180000" anchor="ctr"/>
          <a:lstStyle>
            <a:lvl1pPr marL="0" indent="0">
              <a:lnSpc>
                <a:spcPct val="100000"/>
              </a:lnSpc>
              <a:spcBef>
                <a:spcPts val="0"/>
              </a:spcBef>
              <a:buNone/>
              <a:defRPr sz="1050" b="1"/>
            </a:lvl1pPr>
          </a:lstStyle>
          <a:p>
            <a:r>
              <a:rPr lang="en-GB" noProof="0"/>
              <a:t>Logo </a:t>
            </a:r>
          </a:p>
          <a:p>
            <a:r>
              <a:rPr lang="en-GB" noProof="0"/>
              <a:t>client</a:t>
            </a:r>
          </a:p>
        </p:txBody>
      </p:sp>
      <p:sp>
        <p:nvSpPr>
          <p:cNvPr id="24" name="Picture Placeholder 17">
            <a:extLst>
              <a:ext uri="{FF2B5EF4-FFF2-40B4-BE49-F238E27FC236}">
                <a16:creationId xmlns:a16="http://schemas.microsoft.com/office/drawing/2014/main" id="{B03C7C49-8B57-46B4-B978-FA7003589578}"/>
              </a:ext>
            </a:extLst>
          </p:cNvPr>
          <p:cNvSpPr txBox="1">
            <a:spLocks/>
          </p:cNvSpPr>
          <p:nvPr userDrawn="1"/>
        </p:nvSpPr>
        <p:spPr>
          <a:xfrm>
            <a:off x="8654415" y="0"/>
            <a:ext cx="4147185" cy="9601200"/>
          </a:xfrm>
          <a:prstGeom prst="rect">
            <a:avLst/>
          </a:prstGeom>
          <a:solidFill>
            <a:srgbClr val="2A2A2A"/>
          </a:solidFill>
        </p:spPr>
        <p:txBody>
          <a:bodyPr tIns="1943999" anchor="ctr"/>
          <a:lstStyle>
            <a:lvl1pPr marL="0" indent="0" algn="ctr" defTabSz="457183" rtl="0" eaLnBrk="1" latinLnBrk="0" hangingPunct="1">
              <a:spcBef>
                <a:spcPct val="20000"/>
              </a:spcBef>
              <a:buFont typeface="Arial"/>
              <a:buNone/>
              <a:defRPr sz="2000" b="1" kern="1200">
                <a:solidFill>
                  <a:schemeClr val="bg1">
                    <a:alpha val="42000"/>
                  </a:schemeClr>
                </a:solidFill>
                <a:latin typeface="+mn-lt"/>
                <a:ea typeface="+mn-ea"/>
                <a:cs typeface="+mn-cs"/>
              </a:defRPr>
            </a:lvl1pPr>
            <a:lvl2pPr marL="742922" indent="-285738" algn="l" defTabSz="457183" rtl="0" eaLnBrk="1" latinLnBrk="0" hangingPunct="1">
              <a:spcBef>
                <a:spcPct val="20000"/>
              </a:spcBef>
              <a:buFont typeface="Arial"/>
              <a:buChar char="–"/>
              <a:defRPr sz="2800" kern="1200">
                <a:solidFill>
                  <a:schemeClr val="tx1"/>
                </a:solidFill>
                <a:latin typeface="+mn-lt"/>
                <a:ea typeface="+mn-ea"/>
                <a:cs typeface="+mn-cs"/>
              </a:defRPr>
            </a:lvl2pPr>
            <a:lvl3pPr marL="1142956" indent="-228590" algn="l" defTabSz="457183" rtl="0" eaLnBrk="1" latinLnBrk="0" hangingPunct="1">
              <a:spcBef>
                <a:spcPct val="20000"/>
              </a:spcBef>
              <a:buFont typeface="Arial"/>
              <a:buChar char="•"/>
              <a:defRPr sz="2400" kern="1200">
                <a:solidFill>
                  <a:schemeClr val="tx1"/>
                </a:solidFill>
                <a:latin typeface="+mn-lt"/>
                <a:ea typeface="+mn-ea"/>
                <a:cs typeface="+mn-cs"/>
              </a:defRPr>
            </a:lvl3pPr>
            <a:lvl4pPr marL="1600138" indent="-228590" algn="l" defTabSz="457183" rtl="0" eaLnBrk="1" latinLnBrk="0" hangingPunct="1">
              <a:spcBef>
                <a:spcPct val="20000"/>
              </a:spcBef>
              <a:buFont typeface="Arial"/>
              <a:buChar char="–"/>
              <a:defRPr sz="2000" kern="1200">
                <a:solidFill>
                  <a:schemeClr val="tx1"/>
                </a:solidFill>
                <a:latin typeface="+mn-lt"/>
                <a:ea typeface="+mn-ea"/>
                <a:cs typeface="+mn-cs"/>
              </a:defRPr>
            </a:lvl4pPr>
            <a:lvl5pPr marL="2057320" indent="-228590" algn="l" defTabSz="457183" rtl="0" eaLnBrk="1" latinLnBrk="0" hangingPunct="1">
              <a:spcBef>
                <a:spcPct val="20000"/>
              </a:spcBef>
              <a:buFont typeface="Arial"/>
              <a:buChar char="»"/>
              <a:defRPr sz="2000" kern="1200">
                <a:solidFill>
                  <a:schemeClr val="tx1"/>
                </a:solidFill>
                <a:latin typeface="+mn-lt"/>
                <a:ea typeface="+mn-ea"/>
                <a:cs typeface="+mn-cs"/>
              </a:defRPr>
            </a:lvl5pPr>
            <a:lvl6pPr marL="2514503" indent="-228590" algn="l" defTabSz="457183" rtl="0" eaLnBrk="1" latinLnBrk="0" hangingPunct="1">
              <a:spcBef>
                <a:spcPct val="20000"/>
              </a:spcBef>
              <a:buFont typeface="Arial"/>
              <a:buChar char="•"/>
              <a:defRPr sz="2000" kern="1200">
                <a:solidFill>
                  <a:schemeClr val="tx1"/>
                </a:solidFill>
                <a:latin typeface="+mn-lt"/>
                <a:ea typeface="+mn-ea"/>
                <a:cs typeface="+mn-cs"/>
              </a:defRPr>
            </a:lvl6pPr>
            <a:lvl7pPr marL="2971685" indent="-228590" algn="l" defTabSz="457183" rtl="0" eaLnBrk="1" latinLnBrk="0" hangingPunct="1">
              <a:spcBef>
                <a:spcPct val="20000"/>
              </a:spcBef>
              <a:buFont typeface="Arial"/>
              <a:buChar char="•"/>
              <a:defRPr sz="2000" kern="1200">
                <a:solidFill>
                  <a:schemeClr val="tx1"/>
                </a:solidFill>
                <a:latin typeface="+mn-lt"/>
                <a:ea typeface="+mn-ea"/>
                <a:cs typeface="+mn-cs"/>
              </a:defRPr>
            </a:lvl7pPr>
            <a:lvl8pPr marL="3428868" indent="-228590" algn="l" defTabSz="457183" rtl="0" eaLnBrk="1" latinLnBrk="0" hangingPunct="1">
              <a:spcBef>
                <a:spcPct val="20000"/>
              </a:spcBef>
              <a:buFont typeface="Arial"/>
              <a:buChar char="•"/>
              <a:defRPr sz="2000" kern="1200">
                <a:solidFill>
                  <a:schemeClr val="tx1"/>
                </a:solidFill>
                <a:latin typeface="+mn-lt"/>
                <a:ea typeface="+mn-ea"/>
                <a:cs typeface="+mn-cs"/>
              </a:defRPr>
            </a:lvl8pPr>
            <a:lvl9pPr marL="3886049" indent="-228590" algn="l" defTabSz="457183"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57178" rtl="0" eaLnBrk="1" fontAlgn="auto" latinLnBrk="0" hangingPunct="1">
              <a:lnSpc>
                <a:spcPct val="100000"/>
              </a:lnSpc>
              <a:spcBef>
                <a:spcPct val="20000"/>
              </a:spcBef>
              <a:spcAft>
                <a:spcPts val="0"/>
              </a:spcAft>
              <a:buClrTx/>
              <a:buSzTx/>
              <a:buFont typeface="Arial"/>
              <a:buNone/>
              <a:tabLst/>
              <a:defRPr/>
            </a:pPr>
            <a:endParaRPr kumimoji="0" lang="en-GB" sz="2001" b="1" i="0" u="none" strike="noStrike" kern="1200" cap="none" spc="0" normalizeH="0" baseline="0" noProof="0">
              <a:ln>
                <a:noFill/>
              </a:ln>
              <a:solidFill>
                <a:srgbClr val="FFFFFF">
                  <a:alpha val="42000"/>
                </a:srgbClr>
              </a:solidFill>
              <a:effectLst/>
              <a:uLnTx/>
              <a:uFillTx/>
              <a:latin typeface="Source Sans Pro"/>
              <a:ea typeface="+mn-ea"/>
              <a:cs typeface="+mn-cs"/>
            </a:endParaRPr>
          </a:p>
        </p:txBody>
      </p:sp>
      <p:sp>
        <p:nvSpPr>
          <p:cNvPr id="27" name="Rectangle 26">
            <a:extLst>
              <a:ext uri="{FF2B5EF4-FFF2-40B4-BE49-F238E27FC236}">
                <a16:creationId xmlns:a16="http://schemas.microsoft.com/office/drawing/2014/main" id="{B854B4DA-30B6-4326-8426-4C0AEE46FF39}"/>
              </a:ext>
            </a:extLst>
          </p:cNvPr>
          <p:cNvSpPr/>
          <p:nvPr userDrawn="1"/>
        </p:nvSpPr>
        <p:spPr>
          <a:xfrm>
            <a:off x="1" y="0"/>
            <a:ext cx="2400300" cy="142240"/>
          </a:xfrm>
          <a:prstGeom prst="rect">
            <a:avLst/>
          </a:prstGeom>
          <a:solidFill>
            <a:srgbClr val="95C11F"/>
          </a:solidFill>
          <a:ln w="12700" cap="flat" cmpd="sng" algn="ctr">
            <a:noFill/>
            <a:prstDash val="solid"/>
            <a:miter lim="800000"/>
          </a:ln>
          <a:effectLst/>
        </p:spPr>
        <p:txBody>
          <a:bodyPr rot="0" spcFirstLastPara="0" vertOverflow="overflow" horzOverflow="overflow" vert="horz" wrap="square" lIns="91440" tIns="45721" rIns="91440" bIns="45721" numCol="1" spcCol="0" rtlCol="0" fromWordArt="0" anchor="ctr" anchorCtr="0" forceAA="0" compatLnSpc="1">
            <a:prstTxWarp prst="textNoShape">
              <a:avLst/>
            </a:prstTxWarp>
            <a:noAutofit/>
          </a:bodyPr>
          <a:lstStyle/>
          <a:p>
            <a:pPr marL="0" marR="0" lvl="0" indent="0" algn="ctr" defTabSz="914388"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Source Sans Pro"/>
              <a:ea typeface="+mn-ea"/>
              <a:cs typeface="+mn-cs"/>
            </a:endParaRPr>
          </a:p>
        </p:txBody>
      </p:sp>
      <p:pic>
        <p:nvPicPr>
          <p:cNvPr id="28" name="Picture 3">
            <a:extLst>
              <a:ext uri="{FF2B5EF4-FFF2-40B4-BE49-F238E27FC236}">
                <a16:creationId xmlns:a16="http://schemas.microsoft.com/office/drawing/2014/main" id="{39137B6A-C4B5-4B52-9EB4-381909299AA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09952" y="8891313"/>
            <a:ext cx="1193635" cy="567647"/>
          </a:xfrm>
          <a:prstGeom prst="rect">
            <a:avLst/>
          </a:prstGeom>
        </p:spPr>
      </p:pic>
      <p:sp>
        <p:nvSpPr>
          <p:cNvPr id="15" name="Espace réservé du texte 2">
            <a:extLst>
              <a:ext uri="{FF2B5EF4-FFF2-40B4-BE49-F238E27FC236}">
                <a16:creationId xmlns:a16="http://schemas.microsoft.com/office/drawing/2014/main" id="{86CE82E8-58D3-4559-8E81-FF488DB5BA10}"/>
              </a:ext>
            </a:extLst>
          </p:cNvPr>
          <p:cNvSpPr>
            <a:spLocks noGrp="1"/>
          </p:cNvSpPr>
          <p:nvPr>
            <p:ph type="body" sz="quarter" idx="16" hasCustomPrompt="1"/>
          </p:nvPr>
        </p:nvSpPr>
        <p:spPr>
          <a:xfrm>
            <a:off x="1949404" y="3209156"/>
            <a:ext cx="5734933" cy="805074"/>
          </a:xfrm>
          <a:prstGeom prst="rect">
            <a:avLst/>
          </a:prstGeom>
        </p:spPr>
        <p:txBody>
          <a:bodyPr/>
          <a:lstStyle>
            <a:lvl1pPr marL="0" indent="0">
              <a:buNone/>
              <a:defRPr kumimoji="0" lang="fr-FR" sz="3599" b="1" i="0" u="none" strike="noStrike" cap="none" spc="0" normalizeH="0" baseline="0" smtClean="0">
                <a:ln>
                  <a:noFill/>
                </a:ln>
                <a:solidFill>
                  <a:srgbClr val="676767"/>
                </a:solidFill>
                <a:effectLst/>
                <a:uLnTx/>
                <a:uFillTx/>
                <a:latin typeface="Book Antiqua" panose="02040602050305030304" pitchFamily="18" charset="0"/>
                <a:ea typeface="+mj-ea"/>
                <a:cs typeface="Arial"/>
              </a:defRPr>
            </a:lvl1pPr>
            <a:lvl2pPr>
              <a:defRPr lang="fr-FR" sz="1800" smtClean="0"/>
            </a:lvl2pPr>
            <a:lvl3pPr>
              <a:defRPr lang="fr-FR" sz="1800" smtClean="0"/>
            </a:lvl3pPr>
            <a:lvl4pPr>
              <a:defRPr lang="fr-FR" sz="1800" smtClean="0"/>
            </a:lvl4pPr>
            <a:lvl5pPr>
              <a:defRPr lang="fr-FR" sz="1800"/>
            </a:lvl5pPr>
          </a:lstStyle>
          <a:p>
            <a:pPr marL="342882" marR="0" lvl="0" indent="-342882" fontAlgn="auto">
              <a:lnSpc>
                <a:spcPct val="100000"/>
              </a:lnSpc>
              <a:spcBef>
                <a:spcPct val="0"/>
              </a:spcBef>
              <a:spcAft>
                <a:spcPts val="0"/>
              </a:spcAft>
              <a:buClrTx/>
              <a:buSzTx/>
              <a:tabLst/>
            </a:pPr>
            <a:r>
              <a:rPr lang="en-GB" noProof="0"/>
              <a:t>Insérez un titre</a:t>
            </a:r>
          </a:p>
        </p:txBody>
      </p:sp>
      <p:sp>
        <p:nvSpPr>
          <p:cNvPr id="16" name="Espace réservé du texte 16">
            <a:extLst>
              <a:ext uri="{FF2B5EF4-FFF2-40B4-BE49-F238E27FC236}">
                <a16:creationId xmlns:a16="http://schemas.microsoft.com/office/drawing/2014/main" id="{647116B0-1F23-491A-B2A5-03630F7C07AC}"/>
              </a:ext>
            </a:extLst>
          </p:cNvPr>
          <p:cNvSpPr>
            <a:spLocks noGrp="1"/>
          </p:cNvSpPr>
          <p:nvPr>
            <p:ph type="body" sz="quarter" idx="18" hasCustomPrompt="1"/>
          </p:nvPr>
        </p:nvSpPr>
        <p:spPr>
          <a:xfrm>
            <a:off x="1949403" y="5321543"/>
            <a:ext cx="4485183" cy="1733337"/>
          </a:xfrm>
          <a:prstGeom prst="rect">
            <a:avLst/>
          </a:prstGeom>
        </p:spPr>
        <p:txBody>
          <a:bodyPr/>
          <a:lstStyle>
            <a:lvl1pPr marL="0" marR="0" indent="0" algn="l" defTabSz="457178" rtl="0" eaLnBrk="1" fontAlgn="auto" latinLnBrk="0" hangingPunct="1">
              <a:lnSpc>
                <a:spcPct val="120000"/>
              </a:lnSpc>
              <a:spcBef>
                <a:spcPts val="0"/>
              </a:spcBef>
              <a:spcAft>
                <a:spcPts val="0"/>
              </a:spcAft>
              <a:buClrTx/>
              <a:buSzTx/>
              <a:buFont typeface="Arial"/>
              <a:buNone/>
              <a:tabLst/>
              <a:defRPr kumimoji="0" lang="fr-FR" sz="1200" b="0" i="0" u="none" strike="noStrike" cap="none" spc="0" normalizeH="0" baseline="0">
                <a:ln>
                  <a:noFill/>
                </a:ln>
                <a:solidFill>
                  <a:srgbClr val="AD9F99"/>
                </a:solidFill>
                <a:effectLst/>
                <a:uLnTx/>
                <a:uFillTx/>
                <a:latin typeface="+mj-lt"/>
              </a:defRPr>
            </a:lvl1pPr>
            <a:lvl2pPr>
              <a:defRPr lang="fr-FR" dirty="0" smtClean="0"/>
            </a:lvl2pPr>
            <a:lvl3pPr>
              <a:defRPr lang="fr-FR" dirty="0" smtClean="0"/>
            </a:lvl3pPr>
            <a:lvl4pPr>
              <a:defRPr lang="fr-FR" dirty="0" smtClean="0"/>
            </a:lvl4pPr>
            <a:lvl5pPr>
              <a:defRPr lang="fr-FR" dirty="0"/>
            </a:lvl5pPr>
          </a:lstStyle>
          <a:p>
            <a:pPr marL="0" marR="0" lvl="0" indent="0" algn="l" defTabSz="457178" rtl="0" eaLnBrk="1" fontAlgn="auto" latinLnBrk="0" hangingPunct="1">
              <a:lnSpc>
                <a:spcPct val="120000"/>
              </a:lnSpc>
              <a:spcBef>
                <a:spcPts val="0"/>
              </a:spcBef>
              <a:spcAft>
                <a:spcPts val="0"/>
              </a:spcAft>
              <a:buClrTx/>
              <a:buSzTx/>
              <a:buFont typeface="Arial"/>
              <a:buNone/>
              <a:tabLst/>
              <a:defRPr/>
            </a:pPr>
            <a:r>
              <a:rPr kumimoji="0" lang="en-GB" sz="1200" b="0" i="0" u="none" strike="noStrike" kern="1200" cap="none" spc="0" normalizeH="0" baseline="0" noProof="0">
                <a:ln>
                  <a:noFill/>
                </a:ln>
                <a:solidFill>
                  <a:srgbClr val="AD9F99"/>
                </a:solidFill>
                <a:effectLst/>
                <a:uLnTx/>
                <a:uFillTx/>
                <a:latin typeface="Source Sans Pro"/>
                <a:ea typeface="+mn-ea"/>
                <a:cs typeface="+mn-cs"/>
              </a:rPr>
              <a:t>On the other hand, we denounce with righteous indignation and dislike men who are so beguiled and demoralized by the charms of pleasure of the moment, so blinded by desire, that they cannot foresee the pain and trouble that are bound to ensue; and equal blame belongs to those who fail in their duty</a:t>
            </a:r>
          </a:p>
        </p:txBody>
      </p:sp>
      <p:sp>
        <p:nvSpPr>
          <p:cNvPr id="12" name="Espace réservé du texte 11">
            <a:extLst>
              <a:ext uri="{FF2B5EF4-FFF2-40B4-BE49-F238E27FC236}">
                <a16:creationId xmlns:a16="http://schemas.microsoft.com/office/drawing/2014/main" id="{79199059-E810-405E-AC32-FE28637F96B5}"/>
              </a:ext>
            </a:extLst>
          </p:cNvPr>
          <p:cNvSpPr>
            <a:spLocks noGrp="1"/>
          </p:cNvSpPr>
          <p:nvPr>
            <p:ph type="body" sz="quarter" idx="20" hasCustomPrompt="1"/>
          </p:nvPr>
        </p:nvSpPr>
        <p:spPr>
          <a:xfrm>
            <a:off x="1948580" y="4073153"/>
            <a:ext cx="5735716" cy="1182370"/>
          </a:xfrm>
          <a:prstGeom prst="rect">
            <a:avLst/>
          </a:prstGeom>
        </p:spPr>
        <p:txBody>
          <a:bodyPr/>
          <a:lstStyle>
            <a:lvl1pPr marL="0" indent="0">
              <a:buNone/>
              <a:defRPr sz="2400">
                <a:solidFill>
                  <a:srgbClr val="2A2A2A"/>
                </a:solidFill>
                <a:latin typeface="Book Antiqua" panose="02040602050305030304" pitchFamily="18" charset="0"/>
              </a:defRPr>
            </a:lvl1pPr>
          </a:lstStyle>
          <a:p>
            <a:pPr lvl="0"/>
            <a:r>
              <a:rPr lang="en-GB" noProof="0"/>
              <a:t>Insérez un sous-titre</a:t>
            </a:r>
          </a:p>
        </p:txBody>
      </p:sp>
      <p:sp>
        <p:nvSpPr>
          <p:cNvPr id="17" name="Espace réservé du texte 16">
            <a:extLst>
              <a:ext uri="{FF2B5EF4-FFF2-40B4-BE49-F238E27FC236}">
                <a16:creationId xmlns:a16="http://schemas.microsoft.com/office/drawing/2014/main" id="{EAA874D2-243B-40D7-AFB6-903D07EA48B8}"/>
              </a:ext>
            </a:extLst>
          </p:cNvPr>
          <p:cNvSpPr>
            <a:spLocks noGrp="1"/>
          </p:cNvSpPr>
          <p:nvPr>
            <p:ph type="body" sz="quarter" idx="21" hasCustomPrompt="1"/>
          </p:nvPr>
        </p:nvSpPr>
        <p:spPr>
          <a:xfrm rot="16200000">
            <a:off x="-1790309" y="4971778"/>
            <a:ext cx="6239125" cy="666929"/>
          </a:xfrm>
          <a:prstGeom prst="rect">
            <a:avLst/>
          </a:prstGeom>
        </p:spPr>
        <p:txBody>
          <a:bodyPr/>
          <a:lstStyle>
            <a:lvl1pPr marL="0" indent="0">
              <a:buNone/>
              <a:defRPr b="1">
                <a:solidFill>
                  <a:srgbClr val="EFECEB"/>
                </a:solidFill>
                <a:latin typeface="Book Antiqua" panose="02040602050305030304" pitchFamily="18" charset="0"/>
              </a:defRPr>
            </a:lvl1pPr>
          </a:lstStyle>
          <a:p>
            <a:pPr lvl="0"/>
            <a:r>
              <a:rPr lang="en-GB" noProof="0"/>
              <a:t>Insérez une date</a:t>
            </a:r>
          </a:p>
        </p:txBody>
      </p:sp>
      <p:pic>
        <p:nvPicPr>
          <p:cNvPr id="3" name="Image 2">
            <a:extLst>
              <a:ext uri="{FF2B5EF4-FFF2-40B4-BE49-F238E27FC236}">
                <a16:creationId xmlns:a16="http://schemas.microsoft.com/office/drawing/2014/main" id="{4DDA555B-E86E-41ED-A760-E9EED168140E}"/>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8654373" y="0"/>
            <a:ext cx="4134918" cy="9601200"/>
          </a:xfrm>
          <a:prstGeom prst="rect">
            <a:avLst/>
          </a:prstGeom>
        </p:spPr>
      </p:pic>
      <p:sp>
        <p:nvSpPr>
          <p:cNvPr id="4" name="Rectangle 3">
            <a:extLst>
              <a:ext uri="{FF2B5EF4-FFF2-40B4-BE49-F238E27FC236}">
                <a16:creationId xmlns:a16="http://schemas.microsoft.com/office/drawing/2014/main" id="{9F07D843-F79D-4888-978E-88B6DA60F304}"/>
              </a:ext>
            </a:extLst>
          </p:cNvPr>
          <p:cNvSpPr/>
          <p:nvPr userDrawn="1"/>
        </p:nvSpPr>
        <p:spPr>
          <a:xfrm>
            <a:off x="8635563" y="9396975"/>
            <a:ext cx="2263547" cy="209317"/>
          </a:xfrm>
          <a:prstGeom prst="rect">
            <a:avLst/>
          </a:prstGeom>
          <a:noFill/>
          <a:ln w="635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1" rIns="91440" bIns="45721" numCol="1" spcCol="0" rtlCol="0" fromWordArt="0" anchor="ctr" anchorCtr="0" forceAA="0" compatLnSpc="1">
            <a:prstTxWarp prst="textNoShape">
              <a:avLst/>
            </a:prstTxWarp>
            <a:noAutofit/>
          </a:bodyPr>
          <a:lstStyle/>
          <a:p>
            <a:pPr algn="l"/>
            <a:r>
              <a:rPr lang="en-GB" sz="700" b="1" i="1" noProof="0">
                <a:solidFill>
                  <a:schemeClr val="bg1"/>
                </a:solidFill>
                <a:latin typeface="Arial" panose="020B0604020202020204" pitchFamily="34" charset="0"/>
                <a:cs typeface="Arial" panose="020B0604020202020204" pitchFamily="34" charset="0"/>
              </a:rPr>
              <a:t>Work created by Jo Di Bona</a:t>
            </a:r>
          </a:p>
        </p:txBody>
      </p:sp>
    </p:spTree>
    <p:extLst>
      <p:ext uri="{BB962C8B-B14F-4D97-AF65-F5344CB8AC3E}">
        <p14:creationId xmlns:p14="http://schemas.microsoft.com/office/powerpoint/2010/main" val="25795732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Title Slide">
    <p:spTree>
      <p:nvGrpSpPr>
        <p:cNvPr id="1" name=""/>
        <p:cNvGrpSpPr/>
        <p:nvPr/>
      </p:nvGrpSpPr>
      <p:grpSpPr>
        <a:xfrm>
          <a:off x="0" y="0"/>
          <a:ext cx="0" cy="0"/>
          <a:chOff x="0" y="0"/>
          <a:chExt cx="0" cy="0"/>
        </a:xfrm>
      </p:grpSpPr>
      <p:sp>
        <p:nvSpPr>
          <p:cNvPr id="2"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rgbClr val="FFFFFF"/>
              </a:solidFill>
              <a:latin typeface="Arial" panose="020B0604020202020204" pitchFamily="34" charset="0"/>
              <a:cs typeface="Arial" panose="020B0604020202020204" pitchFamily="34" charset="0"/>
            </a:endParaRPr>
          </a:p>
        </p:txBody>
      </p:sp>
      <p:sp>
        <p:nvSpPr>
          <p:cNvPr id="8" name="Title 1"/>
          <p:cNvSpPr>
            <a:spLocks noGrp="1"/>
          </p:cNvSpPr>
          <p:nvPr>
            <p:ph type="ctrTitle"/>
            <p:custDataLst>
              <p:tags r:id="rId3"/>
            </p:custDataLst>
          </p:nvPr>
        </p:nvSpPr>
        <p:spPr>
          <a:xfrm>
            <a:off x="553405" y="7064551"/>
            <a:ext cx="4940098" cy="424859"/>
          </a:xfrm>
        </p:spPr>
        <p:txBody>
          <a:bodyPr vert="horz" wrap="square" lIns="0" tIns="0" rIns="0" bIns="0" rtlCol="0" anchor="b" anchorCtr="0">
            <a:spAutoFit/>
          </a:bodyPr>
          <a:lstStyle>
            <a:lvl1pPr>
              <a:defRPr lang="en-GB" sz="2761" b="0" cap="none" baseline="0" noProof="0" dirty="0">
                <a:solidFill>
                  <a:schemeClr val="tx1"/>
                </a:solidFill>
              </a:defRPr>
            </a:lvl1pPr>
          </a:lstStyle>
          <a:p>
            <a:pPr lvl="0"/>
            <a:r>
              <a:rPr lang="fr-FR" noProof="0"/>
              <a:t>Modifiez le style du titre</a:t>
            </a:r>
          </a:p>
        </p:txBody>
      </p:sp>
      <p:sp>
        <p:nvSpPr>
          <p:cNvPr id="9" name="Subtitle 2"/>
          <p:cNvSpPr>
            <a:spLocks noGrp="1"/>
          </p:cNvSpPr>
          <p:nvPr>
            <p:ph type="subTitle" idx="1"/>
            <p:custDataLst>
              <p:tags r:id="rId4"/>
            </p:custDataLst>
          </p:nvPr>
        </p:nvSpPr>
        <p:spPr>
          <a:xfrm>
            <a:off x="553406" y="7729234"/>
            <a:ext cx="4940096" cy="166328"/>
          </a:xfrm>
        </p:spPr>
        <p:txBody>
          <a:bodyPr wrap="square" lIns="0">
            <a:spAutoFit/>
          </a:bodyPr>
          <a:lstStyle>
            <a:lvl1pPr marL="0" indent="0" algn="l">
              <a:spcAft>
                <a:spcPts val="0"/>
              </a:spcAft>
              <a:buNone/>
              <a:defRPr sz="1081" b="1">
                <a:solidFill>
                  <a:schemeClr val="tx1"/>
                </a:solidFill>
              </a:defRPr>
            </a:lvl1pPr>
            <a:lvl2pPr marL="548633" indent="0" algn="ctr">
              <a:buNone/>
              <a:defRPr>
                <a:solidFill>
                  <a:schemeClr val="tx1">
                    <a:tint val="75000"/>
                  </a:schemeClr>
                </a:solidFill>
              </a:defRPr>
            </a:lvl2pPr>
            <a:lvl3pPr marL="1097265" indent="0" algn="ctr">
              <a:buNone/>
              <a:defRPr>
                <a:solidFill>
                  <a:schemeClr val="tx1">
                    <a:tint val="75000"/>
                  </a:schemeClr>
                </a:solidFill>
              </a:defRPr>
            </a:lvl3pPr>
            <a:lvl4pPr marL="1645900" indent="0" algn="ctr">
              <a:buNone/>
              <a:defRPr>
                <a:solidFill>
                  <a:schemeClr val="tx1">
                    <a:tint val="75000"/>
                  </a:schemeClr>
                </a:solidFill>
              </a:defRPr>
            </a:lvl4pPr>
            <a:lvl5pPr marL="2194532" indent="0" algn="ctr">
              <a:buNone/>
              <a:defRPr>
                <a:solidFill>
                  <a:schemeClr val="tx1">
                    <a:tint val="75000"/>
                  </a:schemeClr>
                </a:solidFill>
              </a:defRPr>
            </a:lvl5pPr>
            <a:lvl6pPr marL="2743166" indent="0" algn="ctr">
              <a:buNone/>
              <a:defRPr>
                <a:solidFill>
                  <a:schemeClr val="tx1">
                    <a:tint val="75000"/>
                  </a:schemeClr>
                </a:solidFill>
              </a:defRPr>
            </a:lvl6pPr>
            <a:lvl7pPr marL="3291799" indent="0" algn="ctr">
              <a:buNone/>
              <a:defRPr>
                <a:solidFill>
                  <a:schemeClr val="tx1">
                    <a:tint val="75000"/>
                  </a:schemeClr>
                </a:solidFill>
              </a:defRPr>
            </a:lvl7pPr>
            <a:lvl8pPr marL="3840432" indent="0" algn="ctr">
              <a:buNone/>
              <a:defRPr>
                <a:solidFill>
                  <a:schemeClr val="tx1">
                    <a:tint val="75000"/>
                  </a:schemeClr>
                </a:solidFill>
              </a:defRPr>
            </a:lvl8pPr>
            <a:lvl9pPr marL="4389064" indent="0" algn="ctr">
              <a:buNone/>
              <a:defRPr>
                <a:solidFill>
                  <a:schemeClr val="tx1">
                    <a:tint val="75000"/>
                  </a:schemeClr>
                </a:solidFill>
              </a:defRPr>
            </a:lvl9pPr>
          </a:lstStyle>
          <a:p>
            <a:r>
              <a:rPr lang="fr-FR" noProof="0"/>
              <a:t>Modifiez le style des sous-titres du masque</a:t>
            </a:r>
          </a:p>
        </p:txBody>
      </p:sp>
      <p:sp>
        <p:nvSpPr>
          <p:cNvPr id="11" name="Status" hidden="1"/>
          <p:cNvSpPr txBox="1">
            <a:spLocks/>
          </p:cNvSpPr>
          <p:nvPr userDrawn="1">
            <p:custDataLst>
              <p:tags r:id="rId5"/>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pic>
        <p:nvPicPr>
          <p:cNvPr id="4" name="Image 3">
            <a:extLst>
              <a:ext uri="{FF2B5EF4-FFF2-40B4-BE49-F238E27FC236}">
                <a16:creationId xmlns:a16="http://schemas.microsoft.com/office/drawing/2014/main" id="{B69C87C4-60BE-D03B-B135-30FAD1AB68D9}"/>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0539273" y="487848"/>
            <a:ext cx="1192198" cy="996338"/>
          </a:xfrm>
          <a:prstGeom prst="rect">
            <a:avLst/>
          </a:prstGeom>
        </p:spPr>
      </p:pic>
    </p:spTree>
    <p:extLst>
      <p:ext uri="{BB962C8B-B14F-4D97-AF65-F5344CB8AC3E}">
        <p14:creationId xmlns:p14="http://schemas.microsoft.com/office/powerpoint/2010/main" val="2350214515"/>
      </p:ext>
    </p:extLst>
  </p:cSld>
  <p:clrMapOvr>
    <a:masterClrMapping/>
  </p:clrMapOvr>
  <p:hf hdr="0" ftr="0"/>
  <p:extLst>
    <p:ext uri="{DCECCB84-F9BA-43D5-87BE-67443E8EF086}">
      <p15:sldGuideLst xmlns:p15="http://schemas.microsoft.com/office/powerpoint/2012/main">
        <p15:guide id="1" pos="261" userDrawn="1">
          <p15:clr>
            <a:srgbClr val="FBAE40"/>
          </p15:clr>
        </p15:guide>
        <p15:guide id="2" orient="horz" pos="3871" userDrawn="1">
          <p15:clr>
            <a:srgbClr val="FBAE40"/>
          </p15:clr>
        </p15:guide>
        <p15:guide id="3" orient="horz" pos="415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1157" y="203609"/>
            <a:ext cx="10082092" cy="1815310"/>
          </a:xfrm>
        </p:spPr>
        <p:txBody>
          <a:bodyPr/>
          <a:lstStyle/>
          <a:p>
            <a:r>
              <a:rPr lang="fr-FR" noProof="0"/>
              <a:t>Modifiez le style du titre</a:t>
            </a:r>
          </a:p>
        </p:txBody>
      </p:sp>
      <p:sp>
        <p:nvSpPr>
          <p:cNvPr id="3" name="Content Placeholder 2"/>
          <p:cNvSpPr>
            <a:spLocks noGrp="1"/>
          </p:cNvSpPr>
          <p:nvPr>
            <p:ph idx="1"/>
          </p:nvPr>
        </p:nvSpPr>
        <p:spPr>
          <a:xfrm>
            <a:off x="351155" y="2624328"/>
            <a:ext cx="8065453" cy="6048756"/>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Text Placeholder 5"/>
          <p:cNvSpPr>
            <a:spLocks noGrp="1"/>
          </p:cNvSpPr>
          <p:nvPr>
            <p:ph type="body" sz="quarter" idx="12"/>
          </p:nvPr>
        </p:nvSpPr>
        <p:spPr>
          <a:xfrm>
            <a:off x="10534651" y="2623080"/>
            <a:ext cx="1813560" cy="6050006"/>
          </a:xfrm>
        </p:spPr>
        <p:txBody>
          <a:bodyPr/>
          <a:lstStyle>
            <a:lvl1pPr marL="0" indent="0">
              <a:lnSpc>
                <a:spcPts val="1441"/>
              </a:lnSpc>
              <a:spcAft>
                <a:spcPts val="0"/>
              </a:spcAft>
              <a:buFontTx/>
              <a:buNone/>
              <a:defRPr sz="1200">
                <a:solidFill>
                  <a:schemeClr val="tx2"/>
                </a:solidFill>
              </a:defRPr>
            </a:lvl1pPr>
            <a:lvl2pPr marL="259197" indent="0">
              <a:lnSpc>
                <a:spcPct val="100000"/>
              </a:lnSpc>
              <a:spcAft>
                <a:spcPts val="0"/>
              </a:spcAft>
              <a:buFontTx/>
              <a:buNone/>
              <a:defRPr sz="1200"/>
            </a:lvl2pPr>
            <a:lvl3pPr marL="431995" indent="0">
              <a:lnSpc>
                <a:spcPct val="100000"/>
              </a:lnSpc>
              <a:spcAft>
                <a:spcPts val="0"/>
              </a:spcAft>
              <a:buFontTx/>
              <a:buNone/>
              <a:defRPr sz="1200"/>
            </a:lvl3pPr>
            <a:lvl4pPr marL="647692" indent="0">
              <a:lnSpc>
                <a:spcPct val="100000"/>
              </a:lnSpc>
              <a:spcAft>
                <a:spcPts val="0"/>
              </a:spcAft>
              <a:buFontTx/>
              <a:buNone/>
              <a:defRPr sz="1200"/>
            </a:lvl4pPr>
            <a:lvl5pPr marL="855333" indent="0">
              <a:lnSpc>
                <a:spcPct val="100000"/>
              </a:lnSpc>
              <a:spcAft>
                <a:spcPts val="0"/>
              </a:spcAft>
              <a:buFontTx/>
              <a:buNone/>
              <a:defRPr sz="1200"/>
            </a:lvl5pPr>
          </a:lstStyle>
          <a:p>
            <a:pPr lvl="0"/>
            <a:r>
              <a:rPr lang="fr-FR"/>
              <a:t>Cliquez pour modifier les styles du texte du masque</a:t>
            </a:r>
          </a:p>
        </p:txBody>
      </p:sp>
    </p:spTree>
    <p:extLst>
      <p:ext uri="{BB962C8B-B14F-4D97-AF65-F5344CB8AC3E}">
        <p14:creationId xmlns:p14="http://schemas.microsoft.com/office/powerpoint/2010/main" val="1188852143"/>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Title Slide with Image" preserve="1" userDrawn="1">
  <p:cSld name="Title Slide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1" name="Picture Placeholder 4"/>
          <p:cNvSpPr>
            <a:spLocks noGrp="1"/>
          </p:cNvSpPr>
          <p:nvPr>
            <p:ph type="pic" sz="quarter" idx="10"/>
            <p:custDataLst>
              <p:tags r:id="rId2"/>
            </p:custDataLst>
          </p:nvPr>
        </p:nvSpPr>
        <p:spPr>
          <a:xfrm>
            <a:off x="0" y="0"/>
            <a:ext cx="12801600" cy="9601200"/>
          </a:xfrm>
          <a:noFill/>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2" name="Subtitle 2"/>
          <p:cNvSpPr>
            <a:spLocks noGrp="1"/>
          </p:cNvSpPr>
          <p:nvPr>
            <p:ph type="subTitle" idx="1"/>
          </p:nvPr>
        </p:nvSpPr>
        <p:spPr bwMode="ltGray">
          <a:xfrm>
            <a:off x="2" y="7609129"/>
            <a:ext cx="5493498" cy="402613"/>
          </a:xfrm>
          <a:solidFill>
            <a:schemeClr val="bg1"/>
          </a:solidFill>
        </p:spPr>
        <p:txBody>
          <a:bodyPr lIns="396000" tIns="72000" rIns="144000" bIns="162000">
            <a:spAutoFit/>
          </a:bodyPr>
          <a:lstStyle>
            <a:lvl1pPr marL="0" indent="0" algn="l">
              <a:spcAft>
                <a:spcPts val="0"/>
              </a:spcAft>
              <a:buNone/>
              <a:defRPr sz="1081" b="1">
                <a:solidFill>
                  <a:schemeClr val="tx1"/>
                </a:solidFill>
              </a:defRPr>
            </a:lvl1pPr>
            <a:lvl2pPr marL="548633" indent="0" algn="ctr">
              <a:buNone/>
              <a:defRPr>
                <a:solidFill>
                  <a:schemeClr val="tx1">
                    <a:tint val="75000"/>
                  </a:schemeClr>
                </a:solidFill>
              </a:defRPr>
            </a:lvl2pPr>
            <a:lvl3pPr marL="1097265" indent="0" algn="ctr">
              <a:buNone/>
              <a:defRPr>
                <a:solidFill>
                  <a:schemeClr val="tx1">
                    <a:tint val="75000"/>
                  </a:schemeClr>
                </a:solidFill>
              </a:defRPr>
            </a:lvl3pPr>
            <a:lvl4pPr marL="1645900" indent="0" algn="ctr">
              <a:buNone/>
              <a:defRPr>
                <a:solidFill>
                  <a:schemeClr val="tx1">
                    <a:tint val="75000"/>
                  </a:schemeClr>
                </a:solidFill>
              </a:defRPr>
            </a:lvl4pPr>
            <a:lvl5pPr marL="2194532" indent="0" algn="ctr">
              <a:buNone/>
              <a:defRPr>
                <a:solidFill>
                  <a:schemeClr val="tx1">
                    <a:tint val="75000"/>
                  </a:schemeClr>
                </a:solidFill>
              </a:defRPr>
            </a:lvl5pPr>
            <a:lvl6pPr marL="2743166" indent="0" algn="ctr">
              <a:buNone/>
              <a:defRPr>
                <a:solidFill>
                  <a:schemeClr val="tx1">
                    <a:tint val="75000"/>
                  </a:schemeClr>
                </a:solidFill>
              </a:defRPr>
            </a:lvl6pPr>
            <a:lvl7pPr marL="3291799" indent="0" algn="ctr">
              <a:buNone/>
              <a:defRPr>
                <a:solidFill>
                  <a:schemeClr val="tx1">
                    <a:tint val="75000"/>
                  </a:schemeClr>
                </a:solidFill>
              </a:defRPr>
            </a:lvl7pPr>
            <a:lvl8pPr marL="3840432" indent="0" algn="ctr">
              <a:buNone/>
              <a:defRPr>
                <a:solidFill>
                  <a:schemeClr val="tx1">
                    <a:tint val="75000"/>
                  </a:schemeClr>
                </a:solidFill>
              </a:defRPr>
            </a:lvl8pPr>
            <a:lvl9pPr marL="4389064" indent="0" algn="ctr">
              <a:buNone/>
              <a:defRPr>
                <a:solidFill>
                  <a:schemeClr val="tx1">
                    <a:tint val="75000"/>
                  </a:schemeClr>
                </a:solidFill>
              </a:defRPr>
            </a:lvl9pPr>
          </a:lstStyle>
          <a:p>
            <a:r>
              <a:rPr lang="fr-FR" noProof="0"/>
              <a:t>Modifiez le style des sous-titres du masque</a:t>
            </a:r>
          </a:p>
        </p:txBody>
      </p:sp>
      <p:sp>
        <p:nvSpPr>
          <p:cNvPr id="13" name="Title 1"/>
          <p:cNvSpPr>
            <a:spLocks noGrp="1"/>
          </p:cNvSpPr>
          <p:nvPr>
            <p:ph type="ctrTitle"/>
          </p:nvPr>
        </p:nvSpPr>
        <p:spPr bwMode="ltGray">
          <a:xfrm>
            <a:off x="2" y="7010073"/>
            <a:ext cx="5493498" cy="679370"/>
          </a:xfrm>
          <a:solidFill>
            <a:schemeClr val="bg1"/>
          </a:solidFill>
        </p:spPr>
        <p:txBody>
          <a:bodyPr lIns="396000" tIns="147600" rIns="144000" bIns="118800" anchor="b" anchorCtr="0">
            <a:spAutoFit/>
          </a:bodyPr>
          <a:lstStyle>
            <a:lvl1pPr algn="l">
              <a:lnSpc>
                <a:spcPts val="3241"/>
              </a:lnSpc>
              <a:defRPr sz="2761" baseline="0">
                <a:solidFill>
                  <a:schemeClr val="tx1"/>
                </a:solidFill>
              </a:defRPr>
            </a:lvl1pPr>
          </a:lstStyle>
          <a:p>
            <a:r>
              <a:rPr lang="fr-FR" noProof="0"/>
              <a:t>Modifiez le style du titre</a:t>
            </a:r>
          </a:p>
        </p:txBody>
      </p:sp>
      <p:sp>
        <p:nvSpPr>
          <p:cNvPr id="9" name="Status" hidden="1"/>
          <p:cNvSpPr txBox="1">
            <a:spLocks/>
          </p:cNvSpPr>
          <p:nvPr userDrawn="1">
            <p:custDataLst>
              <p:tags r:id="rId3"/>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sp>
        <p:nvSpPr>
          <p:cNvPr id="8" name="LogoFrame"/>
          <p:cNvSpPr>
            <a:spLocks/>
          </p:cNvSpPr>
          <p:nvPr userDrawn="1">
            <p:custDataLst>
              <p:tags r:id="rId4"/>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pic>
        <p:nvPicPr>
          <p:cNvPr id="4" name="Image 3">
            <a:extLst>
              <a:ext uri="{FF2B5EF4-FFF2-40B4-BE49-F238E27FC236}">
                <a16:creationId xmlns:a16="http://schemas.microsoft.com/office/drawing/2014/main" id="{62A1E022-2D83-53F3-62BF-E22267E4D94A}"/>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0539273" y="487848"/>
            <a:ext cx="1192198" cy="996338"/>
          </a:xfrm>
          <a:prstGeom prst="rect">
            <a:avLst/>
          </a:prstGeom>
        </p:spPr>
      </p:pic>
    </p:spTree>
    <p:extLst>
      <p:ext uri="{BB962C8B-B14F-4D97-AF65-F5344CB8AC3E}">
        <p14:creationId xmlns:p14="http://schemas.microsoft.com/office/powerpoint/2010/main" val="1395549280"/>
      </p:ext>
    </p:extLst>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Section Header" preserve="1" userDrawn="1">
  <p:cSld name="Section Header">
    <p:spTree>
      <p:nvGrpSpPr>
        <p:cNvPr id="1" name=""/>
        <p:cNvGrpSpPr/>
        <p:nvPr/>
      </p:nvGrpSpPr>
      <p:grpSpPr>
        <a:xfrm>
          <a:off x="0" y="0"/>
          <a:ext cx="0" cy="0"/>
          <a:chOff x="0" y="0"/>
          <a:chExt cx="0" cy="0"/>
        </a:xfrm>
      </p:grpSpPr>
      <p:sp>
        <p:nvSpPr>
          <p:cNvPr id="8" name="EcoBackground" hidden="1"/>
          <p:cNvSpPr/>
          <p:nvPr userDrawn="1">
            <p:custDataLst>
              <p:tags r:id="rId2"/>
            </p:custDataLst>
          </p:nvPr>
        </p:nvSpPr>
        <p:spPr bwMode="gray">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rgbClr val="FFFFFF"/>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3"/>
            </p:custDataLst>
          </p:nvPr>
        </p:nvSpPr>
        <p:spPr>
          <a:xfrm>
            <a:off x="503750" y="3619439"/>
            <a:ext cx="4939849" cy="655696"/>
          </a:xfrm>
        </p:spPr>
        <p:txBody>
          <a:bodyPr lIns="36000" anchor="b" anchorCtr="0">
            <a:noAutofit/>
          </a:bodyPr>
          <a:lstStyle>
            <a:lvl1pPr algn="l">
              <a:defRPr sz="2761" b="0" cap="none" baseline="0">
                <a:solidFill>
                  <a:schemeClr val="tx1"/>
                </a:solidFill>
              </a:defRPr>
            </a:lvl1pPr>
          </a:lstStyle>
          <a:p>
            <a:r>
              <a:rPr lang="fr-FR"/>
              <a:t>Modifiez le style du titre</a:t>
            </a:r>
          </a:p>
        </p:txBody>
      </p:sp>
      <p:sp>
        <p:nvSpPr>
          <p:cNvPr id="9" name="Status" hidden="1"/>
          <p:cNvSpPr txBox="1">
            <a:spLocks/>
          </p:cNvSpPr>
          <p:nvPr userDrawn="1">
            <p:custDataLst>
              <p:tags r:id="rId4"/>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pic>
        <p:nvPicPr>
          <p:cNvPr id="5" name="Image 4">
            <a:extLst>
              <a:ext uri="{FF2B5EF4-FFF2-40B4-BE49-F238E27FC236}">
                <a16:creationId xmlns:a16="http://schemas.microsoft.com/office/drawing/2014/main" id="{E49EA6EC-4BBB-D6F1-11D0-8F750A2D8651}"/>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1410560" y="8625078"/>
            <a:ext cx="818676" cy="684180"/>
          </a:xfrm>
          <a:prstGeom prst="rect">
            <a:avLst/>
          </a:prstGeom>
        </p:spPr>
      </p:pic>
    </p:spTree>
    <p:extLst>
      <p:ext uri="{BB962C8B-B14F-4D97-AF65-F5344CB8AC3E}">
        <p14:creationId xmlns:p14="http://schemas.microsoft.com/office/powerpoint/2010/main" val="1742604302"/>
      </p:ext>
    </p:extLst>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Section Header with Image" preserve="1" userDrawn="1">
  <p:cSld name="Section Header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0"/>
            <p:custDataLst>
              <p:tags r:id="rId2"/>
            </p:custDataLst>
          </p:nvPr>
        </p:nvSpPr>
        <p:spPr>
          <a:xfrm>
            <a:off x="0" y="0"/>
            <a:ext cx="12801600" cy="8308829"/>
          </a:xfrm>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3" name="EcoBackground" hidden="1"/>
          <p:cNvSpPr/>
          <p:nvPr userDrawn="1">
            <p:custDataLst>
              <p:tags r:id="rId3"/>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noProof="0"/>
          </a:p>
        </p:txBody>
      </p:sp>
      <p:sp>
        <p:nvSpPr>
          <p:cNvPr id="6" name="Hider"/>
          <p:cNvSpPr/>
          <p:nvPr userDrawn="1"/>
        </p:nvSpPr>
        <p:spPr bwMode="white">
          <a:xfrm>
            <a:off x="0" y="8308829"/>
            <a:ext cx="12801600" cy="129237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noProof="0"/>
          </a:p>
        </p:txBody>
      </p:sp>
      <p:sp>
        <p:nvSpPr>
          <p:cNvPr id="10" name="Status" hidden="1"/>
          <p:cNvSpPr txBox="1">
            <a:spLocks/>
          </p:cNvSpPr>
          <p:nvPr userDrawn="1">
            <p:custDataLst>
              <p:tags r:id="rId4"/>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5"/>
            </p:custDataLst>
          </p:nvPr>
        </p:nvSpPr>
        <p:spPr bwMode="ltGray">
          <a:xfrm>
            <a:off x="0" y="3622699"/>
            <a:ext cx="5493600" cy="715672"/>
          </a:xfrm>
          <a:solidFill>
            <a:schemeClr val="bg1"/>
          </a:solidFill>
        </p:spPr>
        <p:txBody>
          <a:bodyPr lIns="396000" tIns="144000" bIns="144000" anchor="ctr" anchorCtr="0">
            <a:spAutoFit/>
          </a:bodyPr>
          <a:lstStyle>
            <a:lvl1pPr algn="l">
              <a:defRPr sz="2761" b="0" cap="none" baseline="0">
                <a:solidFill>
                  <a:schemeClr val="tx1"/>
                </a:solidFill>
              </a:defRPr>
            </a:lvl1pPr>
          </a:lstStyle>
          <a:p>
            <a:r>
              <a:rPr lang="fr-FR" noProof="0"/>
              <a:t>Modifiez le style du titre</a:t>
            </a:r>
          </a:p>
        </p:txBody>
      </p:sp>
      <p:pic>
        <p:nvPicPr>
          <p:cNvPr id="5" name="Image 4">
            <a:extLst>
              <a:ext uri="{FF2B5EF4-FFF2-40B4-BE49-F238E27FC236}">
                <a16:creationId xmlns:a16="http://schemas.microsoft.com/office/drawing/2014/main" id="{3BEE91F3-563F-F892-C6D2-E74A38A0B33B}"/>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1410560" y="8625078"/>
            <a:ext cx="818676" cy="684180"/>
          </a:xfrm>
          <a:prstGeom prst="rect">
            <a:avLst/>
          </a:prstGeom>
        </p:spPr>
      </p:pic>
    </p:spTree>
    <p:extLst>
      <p:ext uri="{BB962C8B-B14F-4D97-AF65-F5344CB8AC3E}">
        <p14:creationId xmlns:p14="http://schemas.microsoft.com/office/powerpoint/2010/main" val="1929462122"/>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mage and Content 2/3 - 1/3" preserve="1" userDrawn="1">
  <p:cSld name="Image and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7" name="Picture Placeholder 6"/>
          <p:cNvSpPr>
            <a:spLocks noGrp="1"/>
          </p:cNvSpPr>
          <p:nvPr>
            <p:ph type="pic" sz="quarter" idx="12"/>
          </p:nvPr>
        </p:nvSpPr>
        <p:spPr>
          <a:xfrm>
            <a:off x="351156" y="2624328"/>
            <a:ext cx="8065453" cy="6048756"/>
          </a:xfrm>
        </p:spPr>
        <p:txBody>
          <a:bodyPr lIns="0" bIns="432000" anchor="ctr" anchorCtr="0"/>
          <a:lstStyle>
            <a:lvl1pPr marL="0" indent="0" algn="ctr">
              <a:buNone/>
              <a:defRPr>
                <a:solidFill>
                  <a:srgbClr val="808080"/>
                </a:solidFill>
              </a:defRPr>
            </a:lvl1pPr>
          </a:lstStyle>
          <a:p>
            <a:r>
              <a:rPr lang="fr-FR"/>
              <a:t>Cliquez sur l'icône pour ajouter une image</a:t>
            </a:r>
          </a:p>
        </p:txBody>
      </p:sp>
      <p:sp>
        <p:nvSpPr>
          <p:cNvPr id="9" name="Content Placeholder 8"/>
          <p:cNvSpPr>
            <a:spLocks noGrp="1"/>
          </p:cNvSpPr>
          <p:nvPr>
            <p:ph sz="quarter" idx="13"/>
          </p:nvPr>
        </p:nvSpPr>
        <p:spPr>
          <a:xfrm>
            <a:off x="8517838" y="2624328"/>
            <a:ext cx="3830376" cy="6048756"/>
          </a:xfrm>
        </p:spPr>
        <p:txBody>
          <a:bodyPr/>
          <a:lstStyle>
            <a:lvl1pPr>
              <a:defRPr sz="1919"/>
            </a:lvl1pPr>
            <a:lvl2pPr>
              <a:defRPr sz="1800"/>
            </a:lvl2pPr>
            <a:lvl3pPr>
              <a:defRPr sz="1680"/>
            </a:lvl3pPr>
            <a:lvl4pPr>
              <a:defRPr sz="1561"/>
            </a:lvl4pPr>
            <a:lvl5pPr>
              <a:defRPr sz="1441"/>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23759244"/>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mage and Content 1/3 - 2/3" preserve="1" userDrawn="1">
  <p:cSld name="Image and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4" name="Picture Placeholder 3"/>
          <p:cNvSpPr>
            <a:spLocks noGrp="1"/>
          </p:cNvSpPr>
          <p:nvPr>
            <p:ph type="pic" sz="quarter" idx="13"/>
          </p:nvPr>
        </p:nvSpPr>
        <p:spPr>
          <a:xfrm>
            <a:off x="351152" y="2624333"/>
            <a:ext cx="3931200" cy="6048755"/>
          </a:xfrm>
        </p:spPr>
        <p:txBody>
          <a:bodyPr lIns="0" bIns="432000" anchor="ctr" anchorCtr="0"/>
          <a:lstStyle>
            <a:lvl1pPr marL="0" indent="0" algn="ctr">
              <a:buNone/>
              <a:defRPr>
                <a:solidFill>
                  <a:srgbClr val="808080"/>
                </a:solidFill>
              </a:defRPr>
            </a:lvl1pPr>
          </a:lstStyle>
          <a:p>
            <a:r>
              <a:rPr lang="fr-FR"/>
              <a:t>Cliquez sur l'icône pour ajouter une image</a:t>
            </a:r>
          </a:p>
        </p:txBody>
      </p:sp>
      <p:sp>
        <p:nvSpPr>
          <p:cNvPr id="8" name="Content Placeholder 7"/>
          <p:cNvSpPr>
            <a:spLocks noGrp="1"/>
          </p:cNvSpPr>
          <p:nvPr>
            <p:ph sz="quarter" idx="14"/>
          </p:nvPr>
        </p:nvSpPr>
        <p:spPr>
          <a:xfrm>
            <a:off x="4384996" y="2624328"/>
            <a:ext cx="7963218" cy="604875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420854032"/>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Content 1/3 - 2/3" preserve="1" userDrawn="1">
  <p:cSld name="Two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9" name="Content Placeholder 8"/>
          <p:cNvSpPr>
            <a:spLocks noGrp="1"/>
          </p:cNvSpPr>
          <p:nvPr>
            <p:ph sz="quarter" idx="13"/>
          </p:nvPr>
        </p:nvSpPr>
        <p:spPr>
          <a:xfrm>
            <a:off x="5189539" y="2624328"/>
            <a:ext cx="7158673"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Content Placeholder 8"/>
          <p:cNvSpPr>
            <a:spLocks noGrp="1"/>
          </p:cNvSpPr>
          <p:nvPr>
            <p:ph sz="quarter" idx="14"/>
          </p:nvPr>
        </p:nvSpPr>
        <p:spPr>
          <a:xfrm>
            <a:off x="351158" y="2624328"/>
            <a:ext cx="4033839"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415928261"/>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2/3 - 1/3" preserve="1" userDrawn="1">
  <p:cSld name="Two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9" name="Content Placeholder 8"/>
          <p:cNvSpPr>
            <a:spLocks noGrp="1"/>
          </p:cNvSpPr>
          <p:nvPr>
            <p:ph sz="quarter" idx="13"/>
          </p:nvPr>
        </p:nvSpPr>
        <p:spPr>
          <a:xfrm>
            <a:off x="351155" y="2624328"/>
            <a:ext cx="7259934"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Content Placeholder 8"/>
          <p:cNvSpPr>
            <a:spLocks noGrp="1"/>
          </p:cNvSpPr>
          <p:nvPr>
            <p:ph sz="quarter" idx="14"/>
          </p:nvPr>
        </p:nvSpPr>
        <p:spPr>
          <a:xfrm>
            <a:off x="8416612" y="2624328"/>
            <a:ext cx="3931602" cy="6048756"/>
          </a:xfrm>
        </p:spPr>
        <p:txBody>
          <a:bodyPr/>
          <a:lstStyle>
            <a:lvl1pPr>
              <a:defRPr sz="1919"/>
            </a:lvl1pPr>
            <a:lvl2pPr>
              <a:defRPr sz="1800"/>
            </a:lvl2pPr>
            <a:lvl3pPr>
              <a:defRPr sz="1680"/>
            </a:lvl3pPr>
            <a:lvl4pPr>
              <a:defRPr sz="1561"/>
            </a:lvl4pPr>
            <a:lvl5pPr>
              <a:defRPr sz="1441"/>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165250958"/>
      </p:ext>
    </p:extLst>
  </p:cSld>
  <p:clrMapOvr>
    <a:masterClrMapping/>
  </p:clrMapOvr>
  <p:hf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full width Content" preserve="1" userDrawn="1">
  <p:cSld name="Title and full width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5" name="Content Placeholder 4"/>
          <p:cNvSpPr>
            <a:spLocks noGrp="1"/>
          </p:cNvSpPr>
          <p:nvPr>
            <p:ph sz="quarter" idx="12"/>
          </p:nvPr>
        </p:nvSpPr>
        <p:spPr>
          <a:xfrm>
            <a:off x="351158" y="2624327"/>
            <a:ext cx="11997057"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825645469"/>
      </p:ext>
    </p:extLst>
  </p:cSld>
  <p:clrMapOvr>
    <a:masterClrMapping/>
  </p:clrMapOvr>
  <p:hf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Key Message" preserve="1" userDrawn="1">
  <p:cSld name="Key Message">
    <p:spTree>
      <p:nvGrpSpPr>
        <p:cNvPr id="1" name=""/>
        <p:cNvGrpSpPr/>
        <p:nvPr/>
      </p:nvGrpSpPr>
      <p:grpSpPr>
        <a:xfrm>
          <a:off x="0" y="0"/>
          <a:ext cx="0" cy="0"/>
          <a:chOff x="0" y="0"/>
          <a:chExt cx="0" cy="0"/>
        </a:xfrm>
      </p:grpSpPr>
      <p:sp>
        <p:nvSpPr>
          <p:cNvPr id="2" name="Title 1"/>
          <p:cNvSpPr>
            <a:spLocks noGrp="1"/>
          </p:cNvSpPr>
          <p:nvPr>
            <p:ph type="title"/>
          </p:nvPr>
        </p:nvSpPr>
        <p:spPr>
          <a:xfrm>
            <a:off x="351158" y="203611"/>
            <a:ext cx="10081260" cy="888374"/>
          </a:xfrm>
        </p:spPr>
        <p:txBody>
          <a:bodyPr>
            <a:noAutofit/>
          </a:bodyPr>
          <a:lstStyle>
            <a:lvl1pPr>
              <a:defRPr>
                <a:solidFill>
                  <a:schemeClr val="tx1"/>
                </a:solidFill>
              </a:defRPr>
            </a:lvl1pPr>
          </a:lstStyle>
          <a:p>
            <a:r>
              <a:rPr lang="fr-FR"/>
              <a:t>Modifiez le style du titre</a:t>
            </a:r>
          </a:p>
        </p:txBody>
      </p:sp>
      <p:sp>
        <p:nvSpPr>
          <p:cNvPr id="6" name="Table Placeholder 5"/>
          <p:cNvSpPr>
            <a:spLocks noGrp="1"/>
          </p:cNvSpPr>
          <p:nvPr>
            <p:ph type="tbl" sz="quarter" idx="12"/>
          </p:nvPr>
        </p:nvSpPr>
        <p:spPr>
          <a:xfrm>
            <a:off x="4485009" y="1720216"/>
            <a:ext cx="7863205" cy="6710172"/>
          </a:xfrm>
        </p:spPr>
        <p:txBody>
          <a:bodyPr bIns="432000" anchor="ctr" anchorCtr="0"/>
          <a:lstStyle>
            <a:lvl1pPr marL="0" indent="0" algn="ctr">
              <a:buNone/>
              <a:defRPr>
                <a:solidFill>
                  <a:srgbClr val="808080"/>
                </a:solidFill>
              </a:defRPr>
            </a:lvl1pPr>
          </a:lstStyle>
          <a:p>
            <a:r>
              <a:rPr lang="fr-FR"/>
              <a:t>Cliquez sur l'icône pour ajouter un tableau</a:t>
            </a:r>
          </a:p>
        </p:txBody>
      </p:sp>
      <p:sp>
        <p:nvSpPr>
          <p:cNvPr id="8" name="Text Placeholder 6"/>
          <p:cNvSpPr>
            <a:spLocks noGrp="1"/>
          </p:cNvSpPr>
          <p:nvPr>
            <p:ph type="body" sz="quarter" idx="13"/>
          </p:nvPr>
        </p:nvSpPr>
        <p:spPr bwMode="ltGray">
          <a:xfrm>
            <a:off x="444502" y="1719300"/>
            <a:ext cx="3831799" cy="736081"/>
          </a:xfrm>
          <a:solidFill>
            <a:schemeClr val="accent1"/>
          </a:solidFill>
        </p:spPr>
        <p:txBody>
          <a:bodyPr lIns="108000" tIns="72000" rIns="108000" bIns="72000" anchor="t" anchorCtr="0">
            <a:spAutoFit/>
          </a:bodyPr>
          <a:lstStyle>
            <a:lvl1pPr marL="0" indent="0">
              <a:spcAft>
                <a:spcPts val="0"/>
              </a:spcAft>
              <a:buNone/>
              <a:defRPr b="1">
                <a:solidFill>
                  <a:srgbClr val="FFFFFF"/>
                </a:solidFill>
              </a:defRPr>
            </a:lvl1pPr>
          </a:lstStyle>
          <a:p>
            <a:pPr lvl="0"/>
            <a:r>
              <a:rPr lang="fr-FR"/>
              <a:t>Cliquez pour modifier les styles du texte du masque</a:t>
            </a:r>
          </a:p>
        </p:txBody>
      </p:sp>
    </p:spTree>
    <p:extLst>
      <p:ext uri="{BB962C8B-B14F-4D97-AF65-F5344CB8AC3E}">
        <p14:creationId xmlns:p14="http://schemas.microsoft.com/office/powerpoint/2010/main" val="199320400"/>
      </p:ext>
    </p:extLst>
  </p:cSld>
  <p:clrMapOvr>
    <a:masterClrMapping/>
  </p:clrMapOvr>
  <p:hf hdr="0" ftr="0"/>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3005697841"/>
      </p:ext>
    </p:extLst>
  </p:cSld>
  <p:clrMapOvr>
    <a:masterClrMapping/>
  </p:clrMapOvr>
  <p:hf hdr="0" ftr="0"/>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Agenda" type="titleOnly" preserve="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331234666"/>
      </p:ext>
    </p:extLst>
  </p:cSld>
  <p:clrMapOvr>
    <a:masterClrMapping/>
  </p:clrMapOvr>
  <p:hf hdr="0" ftr="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415094"/>
      </p:ext>
    </p:extLst>
  </p:cSld>
  <p:clrMapOvr>
    <a:masterClrMapping/>
  </p:clrMapOvr>
  <p:hf hdr="0" ftr="0"/>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
        <p:cNvGrpSpPr/>
        <p:nvPr/>
      </p:nvGrpSpPr>
      <p:grpSpPr>
        <a:xfrm>
          <a:off x="0" y="0"/>
          <a:ext cx="0" cy="0"/>
          <a:chOff x="0" y="0"/>
          <a:chExt cx="0" cy="0"/>
        </a:xfrm>
      </p:grpSpPr>
      <p:graphicFrame>
        <p:nvGraphicFramePr>
          <p:cNvPr id="5" name="Objet 4" hidden="1">
            <a:extLst>
              <a:ext uri="{FF2B5EF4-FFF2-40B4-BE49-F238E27FC236}">
                <a16:creationId xmlns:a16="http://schemas.microsoft.com/office/drawing/2014/main" id="{34458A40-4FA9-57AD-1133-4E089C965927}"/>
              </a:ext>
            </a:extLst>
          </p:cNvPr>
          <p:cNvGraphicFramePr>
            <a:graphicFrameLocks noChangeAspect="1"/>
          </p:cNvGraphicFramePr>
          <p:nvPr userDrawn="1">
            <p:custDataLst>
              <p:tags r:id="rId2"/>
            </p:custDataLst>
          </p:nvPr>
        </p:nvGraphicFramePr>
        <p:xfrm>
          <a:off x="2226" y="2667"/>
          <a:ext cx="2223" cy="266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t 4" hidden="1">
                        <a:extLst>
                          <a:ext uri="{FF2B5EF4-FFF2-40B4-BE49-F238E27FC236}">
                            <a16:creationId xmlns:a16="http://schemas.microsoft.com/office/drawing/2014/main" id="{34458A40-4FA9-57AD-1133-4E089C965927}"/>
                          </a:ext>
                        </a:extLst>
                      </p:cNvPr>
                      <p:cNvPicPr/>
                      <p:nvPr/>
                    </p:nvPicPr>
                    <p:blipFill>
                      <a:blip r:embed="rId5"/>
                      <a:stretch>
                        <a:fillRect/>
                      </a:stretch>
                    </p:blipFill>
                    <p:spPr>
                      <a:xfrm>
                        <a:off x="2226" y="2667"/>
                        <a:ext cx="2223" cy="2668"/>
                      </a:xfrm>
                      <a:prstGeom prst="rect">
                        <a:avLst/>
                      </a:prstGeom>
                    </p:spPr>
                  </p:pic>
                </p:oleObj>
              </mc:Fallback>
            </mc:AlternateContent>
          </a:graphicData>
        </a:graphic>
      </p:graphicFrame>
      <p:sp>
        <p:nvSpPr>
          <p:cNvPr id="4" name="Isosceles Triangle 146">
            <a:extLst>
              <a:ext uri="{FF2B5EF4-FFF2-40B4-BE49-F238E27FC236}">
                <a16:creationId xmlns:a16="http://schemas.microsoft.com/office/drawing/2014/main" id="{DF42B48D-35AF-CDAD-F437-682AD8F66D21}"/>
              </a:ext>
            </a:extLst>
          </p:cNvPr>
          <p:cNvSpPr/>
          <p:nvPr userDrawn="1"/>
        </p:nvSpPr>
        <p:spPr>
          <a:xfrm rot="5400000">
            <a:off x="-543529" y="942683"/>
            <a:ext cx="1509991" cy="422928"/>
          </a:xfrm>
          <a:prstGeom prst="triangle">
            <a:avLst>
              <a:gd name="adj" fmla="val 0"/>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22510" eaLnBrk="1" fontAlgn="auto" latinLnBrk="0" hangingPunct="1">
              <a:lnSpc>
                <a:spcPct val="100000"/>
              </a:lnSpc>
              <a:spcBef>
                <a:spcPts val="0"/>
              </a:spcBef>
              <a:spcAft>
                <a:spcPts val="0"/>
              </a:spcAft>
              <a:buClrTx/>
              <a:buSzTx/>
              <a:buFontTx/>
              <a:buNone/>
              <a:tabLst/>
              <a:defRPr/>
            </a:pPr>
            <a:endParaRPr kumimoji="0" lang="fr-FR" sz="1081" b="0" i="0" u="none" strike="noStrike" kern="1200" cap="none" spc="0" normalizeH="0" baseline="0" noProof="0">
              <a:ln>
                <a:noFill/>
              </a:ln>
              <a:solidFill>
                <a:schemeClr val="tx1"/>
              </a:solidFill>
              <a:effectLst/>
              <a:uLnTx/>
              <a:uFillTx/>
              <a:latin typeface="Arial Narrow" panose="020B0606020202030204" pitchFamily="34" charset="0"/>
              <a:sym typeface="Arial Narrow" panose="020B0606020202030204" pitchFamily="34" charset="0"/>
            </a:endParaRPr>
          </a:p>
        </p:txBody>
      </p:sp>
    </p:spTree>
    <p:extLst>
      <p:ext uri="{BB962C8B-B14F-4D97-AF65-F5344CB8AC3E}">
        <p14:creationId xmlns:p14="http://schemas.microsoft.com/office/powerpoint/2010/main" val="2210063388"/>
      </p:ext>
    </p:extLst>
  </p:cSld>
  <p:clrMapOvr>
    <a:masterClrMapping/>
  </p:clrMapOvr>
  <p:hf hdr="0" ftr="0"/>
</p:sldLayout>
</file>

<file path=ppt/slideLayouts/slideLayout3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0F2B453C-A945-A079-01BA-145A2C594DB5}"/>
              </a:ext>
            </a:extLst>
          </p:cNvPr>
          <p:cNvGraphicFramePr>
            <a:graphicFrameLocks noChangeAspect="1"/>
          </p:cNvGraphicFramePr>
          <p:nvPr userDrawn="1">
            <p:custDataLst>
              <p:tags r:id="rId1"/>
            </p:custDataLst>
          </p:nvPr>
        </p:nvGraphicFramePr>
        <p:xfrm>
          <a:off x="2226" y="2667"/>
          <a:ext cx="2223" cy="266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 name="Objet 6" hidden="1">
                        <a:extLst>
                          <a:ext uri="{FF2B5EF4-FFF2-40B4-BE49-F238E27FC236}">
                            <a16:creationId xmlns:a16="http://schemas.microsoft.com/office/drawing/2014/main" id="{0F2B453C-A945-A079-01BA-145A2C594DB5}"/>
                          </a:ext>
                        </a:extLst>
                      </p:cNvPr>
                      <p:cNvPicPr/>
                      <p:nvPr/>
                    </p:nvPicPr>
                    <p:blipFill>
                      <a:blip r:embed="rId4"/>
                      <a:stretch>
                        <a:fillRect/>
                      </a:stretch>
                    </p:blipFill>
                    <p:spPr>
                      <a:xfrm>
                        <a:off x="2226" y="2667"/>
                        <a:ext cx="2223" cy="2668"/>
                      </a:xfrm>
                      <a:prstGeom prst="rect">
                        <a:avLst/>
                      </a:prstGeom>
                    </p:spPr>
                  </p:pic>
                </p:oleObj>
              </mc:Fallback>
            </mc:AlternateContent>
          </a:graphicData>
        </a:graphic>
      </p:graphicFrame>
      <p:sp>
        <p:nvSpPr>
          <p:cNvPr id="2" name="Holder 2"/>
          <p:cNvSpPr>
            <a:spLocks noGrp="1"/>
          </p:cNvSpPr>
          <p:nvPr>
            <p:ph type="title"/>
          </p:nvPr>
        </p:nvSpPr>
        <p:spPr>
          <a:xfrm>
            <a:off x="347303" y="1019641"/>
            <a:ext cx="12107003" cy="570298"/>
          </a:xfrm>
          <a:prstGeom prst="rect">
            <a:avLst/>
          </a:prstGeom>
        </p:spPr>
        <p:txBody>
          <a:bodyPr lIns="0" tIns="0" rIns="0" bIns="0"/>
          <a:lstStyle>
            <a:lvl1pPr rtl="0">
              <a:defRPr sz="2381" b="0" i="0">
                <a:solidFill>
                  <a:srgbClr val="54606B"/>
                </a:solidFill>
                <a:latin typeface="Arial Narrow" panose="020B0606020202030204" pitchFamily="34" charset="0"/>
                <a:cs typeface="Arial Narrow" panose="020B0606020202030204" pitchFamily="34" charset="0"/>
                <a:sym typeface="Arial Narrow" panose="020B0606020202030204" pitchFamily="34" charset="0"/>
              </a:defRPr>
            </a:lvl1pPr>
          </a:lstStyle>
          <a:p>
            <a:endParaRPr lang="fr-FR"/>
          </a:p>
        </p:txBody>
      </p:sp>
      <p:sp>
        <p:nvSpPr>
          <p:cNvPr id="3" name="Holder 3"/>
          <p:cNvSpPr>
            <a:spLocks noGrp="1"/>
          </p:cNvSpPr>
          <p:nvPr>
            <p:ph type="body" idx="1"/>
          </p:nvPr>
        </p:nvSpPr>
        <p:spPr>
          <a:xfrm>
            <a:off x="351156" y="2624328"/>
            <a:ext cx="8065453" cy="6048756"/>
          </a:xfrm>
          <a:prstGeom prst="rect">
            <a:avLst/>
          </a:prstGeom>
        </p:spPr>
        <p:txBody>
          <a:bodyPr lIns="0" tIns="0" rIns="0" bIns="0"/>
          <a:lstStyle>
            <a:lvl1pPr rtl="0">
              <a:defRPr>
                <a:latin typeface="Arial Narrow" panose="020B0606020202030204" pitchFamily="34" charset="0"/>
                <a:sym typeface="Arial Narrow" panose="020B0606020202030204" pitchFamily="34" charset="0"/>
              </a:defRPr>
            </a:lvl1pPr>
          </a:lstStyle>
          <a:p>
            <a:endParaRPr lang="fr-FR"/>
          </a:p>
        </p:txBody>
      </p:sp>
      <p:sp>
        <p:nvSpPr>
          <p:cNvPr id="6" name="Holder 6"/>
          <p:cNvSpPr>
            <a:spLocks noGrp="1"/>
          </p:cNvSpPr>
          <p:nvPr>
            <p:ph type="sldNum" sz="quarter" idx="7"/>
          </p:nvPr>
        </p:nvSpPr>
        <p:spPr>
          <a:xfrm>
            <a:off x="8782815" y="7878633"/>
            <a:ext cx="2805621" cy="342107"/>
          </a:xfrm>
        </p:spPr>
        <p:txBody>
          <a:bodyPr lIns="0" tIns="0" rIns="0" bIns="0"/>
          <a:lstStyle>
            <a:lvl1pPr algn="r" rtl="0">
              <a:defRPr>
                <a:solidFill>
                  <a:schemeClr val="tx1">
                    <a:tint val="75000"/>
                  </a:schemeClr>
                </a:solidFill>
                <a:latin typeface="Arial Narrow" panose="020B0606020202030204" pitchFamily="34" charset="0"/>
                <a:sym typeface="Arial Narrow" panose="020B0606020202030204" pitchFamily="34" charset="0"/>
              </a:defRPr>
            </a:lvl1pPr>
          </a:lstStyle>
          <a:p>
            <a:pPr defTabSz="725809"/>
            <a:fld id="{B6F15528-21DE-4FAA-801E-634DDDAF4B2B}" type="slidenum">
              <a:rPr lang="fr-FR" sz="1429" smtClean="0">
                <a:solidFill>
                  <a:prstClr val="black">
                    <a:tint val="75000"/>
                  </a:prstClr>
                </a:solidFill>
              </a:rPr>
              <a:pPr defTabSz="725809"/>
              <a:t>‹N°›</a:t>
            </a:fld>
            <a:endParaRPr lang="fr-FR" sz="1429">
              <a:solidFill>
                <a:prstClr val="black">
                  <a:tint val="75000"/>
                </a:prstClr>
              </a:solidFill>
            </a:endParaRPr>
          </a:p>
        </p:txBody>
      </p:sp>
    </p:spTree>
    <p:extLst>
      <p:ext uri="{BB962C8B-B14F-4D97-AF65-F5344CB8AC3E}">
        <p14:creationId xmlns:p14="http://schemas.microsoft.com/office/powerpoint/2010/main" val="28190539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Title Slide">
    <p:spTree>
      <p:nvGrpSpPr>
        <p:cNvPr id="1" name=""/>
        <p:cNvGrpSpPr/>
        <p:nvPr/>
      </p:nvGrpSpPr>
      <p:grpSpPr>
        <a:xfrm>
          <a:off x="0" y="0"/>
          <a:ext cx="0" cy="0"/>
          <a:chOff x="0" y="0"/>
          <a:chExt cx="0" cy="0"/>
        </a:xfrm>
      </p:grpSpPr>
      <p:sp>
        <p:nvSpPr>
          <p:cNvPr id="2"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rgbClr val="FFFFFF"/>
              </a:solidFill>
              <a:latin typeface="Arial" panose="020B0604020202020204" pitchFamily="34" charset="0"/>
              <a:cs typeface="Arial" panose="020B0604020202020204" pitchFamily="34" charset="0"/>
            </a:endParaRPr>
          </a:p>
        </p:txBody>
      </p:sp>
      <p:sp>
        <p:nvSpPr>
          <p:cNvPr id="8" name="Title 1"/>
          <p:cNvSpPr>
            <a:spLocks noGrp="1"/>
          </p:cNvSpPr>
          <p:nvPr>
            <p:ph type="ctrTitle"/>
            <p:custDataLst>
              <p:tags r:id="rId3"/>
            </p:custDataLst>
          </p:nvPr>
        </p:nvSpPr>
        <p:spPr>
          <a:xfrm>
            <a:off x="553405" y="7064551"/>
            <a:ext cx="4940098" cy="424859"/>
          </a:xfrm>
        </p:spPr>
        <p:txBody>
          <a:bodyPr vert="horz" wrap="square" lIns="0" tIns="0" rIns="0" bIns="0" rtlCol="0" anchor="b" anchorCtr="0">
            <a:spAutoFit/>
          </a:bodyPr>
          <a:lstStyle>
            <a:lvl1pPr>
              <a:defRPr lang="en-GB" sz="2761" b="0" cap="none" baseline="0" noProof="0" dirty="0">
                <a:solidFill>
                  <a:schemeClr val="tx1"/>
                </a:solidFill>
              </a:defRPr>
            </a:lvl1pPr>
          </a:lstStyle>
          <a:p>
            <a:pPr lvl="0"/>
            <a:r>
              <a:rPr lang="fr-FR" noProof="0"/>
              <a:t>Modifiez le style du titre</a:t>
            </a:r>
          </a:p>
        </p:txBody>
      </p:sp>
      <p:sp>
        <p:nvSpPr>
          <p:cNvPr id="9" name="Subtitle 2"/>
          <p:cNvSpPr>
            <a:spLocks noGrp="1"/>
          </p:cNvSpPr>
          <p:nvPr>
            <p:ph type="subTitle" idx="1"/>
            <p:custDataLst>
              <p:tags r:id="rId4"/>
            </p:custDataLst>
          </p:nvPr>
        </p:nvSpPr>
        <p:spPr>
          <a:xfrm>
            <a:off x="553406" y="7729234"/>
            <a:ext cx="4940096" cy="166328"/>
          </a:xfrm>
        </p:spPr>
        <p:txBody>
          <a:bodyPr wrap="square" lIns="0">
            <a:spAutoFit/>
          </a:bodyPr>
          <a:lstStyle>
            <a:lvl1pPr marL="0" indent="0" algn="l">
              <a:spcAft>
                <a:spcPts val="0"/>
              </a:spcAft>
              <a:buNone/>
              <a:defRPr sz="1081" b="1">
                <a:solidFill>
                  <a:schemeClr val="tx1"/>
                </a:solidFill>
              </a:defRPr>
            </a:lvl1pPr>
            <a:lvl2pPr marL="548633" indent="0" algn="ctr">
              <a:buNone/>
              <a:defRPr>
                <a:solidFill>
                  <a:schemeClr val="tx1">
                    <a:tint val="75000"/>
                  </a:schemeClr>
                </a:solidFill>
              </a:defRPr>
            </a:lvl2pPr>
            <a:lvl3pPr marL="1097265" indent="0" algn="ctr">
              <a:buNone/>
              <a:defRPr>
                <a:solidFill>
                  <a:schemeClr val="tx1">
                    <a:tint val="75000"/>
                  </a:schemeClr>
                </a:solidFill>
              </a:defRPr>
            </a:lvl3pPr>
            <a:lvl4pPr marL="1645900" indent="0" algn="ctr">
              <a:buNone/>
              <a:defRPr>
                <a:solidFill>
                  <a:schemeClr val="tx1">
                    <a:tint val="75000"/>
                  </a:schemeClr>
                </a:solidFill>
              </a:defRPr>
            </a:lvl4pPr>
            <a:lvl5pPr marL="2194532" indent="0" algn="ctr">
              <a:buNone/>
              <a:defRPr>
                <a:solidFill>
                  <a:schemeClr val="tx1">
                    <a:tint val="75000"/>
                  </a:schemeClr>
                </a:solidFill>
              </a:defRPr>
            </a:lvl5pPr>
            <a:lvl6pPr marL="2743166" indent="0" algn="ctr">
              <a:buNone/>
              <a:defRPr>
                <a:solidFill>
                  <a:schemeClr val="tx1">
                    <a:tint val="75000"/>
                  </a:schemeClr>
                </a:solidFill>
              </a:defRPr>
            </a:lvl6pPr>
            <a:lvl7pPr marL="3291799" indent="0" algn="ctr">
              <a:buNone/>
              <a:defRPr>
                <a:solidFill>
                  <a:schemeClr val="tx1">
                    <a:tint val="75000"/>
                  </a:schemeClr>
                </a:solidFill>
              </a:defRPr>
            </a:lvl7pPr>
            <a:lvl8pPr marL="3840432" indent="0" algn="ctr">
              <a:buNone/>
              <a:defRPr>
                <a:solidFill>
                  <a:schemeClr val="tx1">
                    <a:tint val="75000"/>
                  </a:schemeClr>
                </a:solidFill>
              </a:defRPr>
            </a:lvl8pPr>
            <a:lvl9pPr marL="4389064" indent="0" algn="ctr">
              <a:buNone/>
              <a:defRPr>
                <a:solidFill>
                  <a:schemeClr val="tx1">
                    <a:tint val="75000"/>
                  </a:schemeClr>
                </a:solidFill>
              </a:defRPr>
            </a:lvl9pPr>
          </a:lstStyle>
          <a:p>
            <a:r>
              <a:rPr lang="fr-FR" noProof="0"/>
              <a:t>Modifiez le style des sous-titres du masque</a:t>
            </a:r>
          </a:p>
        </p:txBody>
      </p:sp>
      <p:sp>
        <p:nvSpPr>
          <p:cNvPr id="11" name="Status" hidden="1"/>
          <p:cNvSpPr txBox="1">
            <a:spLocks/>
          </p:cNvSpPr>
          <p:nvPr userDrawn="1">
            <p:custDataLst>
              <p:tags r:id="rId5"/>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pic>
        <p:nvPicPr>
          <p:cNvPr id="7" name="Image 6">
            <a:extLst>
              <a:ext uri="{FF2B5EF4-FFF2-40B4-BE49-F238E27FC236}">
                <a16:creationId xmlns:a16="http://schemas.microsoft.com/office/drawing/2014/main" id="{FF62161C-8E69-38ED-8DF4-D12A401B4CC3}"/>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0539273" y="487848"/>
            <a:ext cx="1192198" cy="996338"/>
          </a:xfrm>
          <a:prstGeom prst="rect">
            <a:avLst/>
          </a:prstGeom>
        </p:spPr>
      </p:pic>
    </p:spTree>
    <p:extLst>
      <p:ext uri="{BB962C8B-B14F-4D97-AF65-F5344CB8AC3E}">
        <p14:creationId xmlns:p14="http://schemas.microsoft.com/office/powerpoint/2010/main" val="574644880"/>
      </p:ext>
    </p:extLst>
  </p:cSld>
  <p:clrMapOvr>
    <a:masterClrMapping/>
  </p:clrMapOvr>
  <p:hf hdr="0" ftr="0"/>
  <p:extLst>
    <p:ext uri="{DCECCB84-F9BA-43D5-87BE-67443E8EF086}">
      <p15:sldGuideLst xmlns:p15="http://schemas.microsoft.com/office/powerpoint/2012/main">
        <p15:guide id="1" pos="261" userDrawn="1">
          <p15:clr>
            <a:srgbClr val="FBAE40"/>
          </p15:clr>
        </p15:guide>
        <p15:guide id="2" orient="horz" pos="3871" userDrawn="1">
          <p15:clr>
            <a:srgbClr val="FBAE40"/>
          </p15:clr>
        </p15:guide>
        <p15:guide id="3" orient="horz" pos="415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1157" y="203609"/>
            <a:ext cx="10082092" cy="1815310"/>
          </a:xfrm>
        </p:spPr>
        <p:txBody>
          <a:bodyPr/>
          <a:lstStyle/>
          <a:p>
            <a:r>
              <a:rPr lang="fr-FR" noProof="0"/>
              <a:t>Modifiez le style du titre</a:t>
            </a:r>
          </a:p>
        </p:txBody>
      </p:sp>
      <p:sp>
        <p:nvSpPr>
          <p:cNvPr id="3" name="Content Placeholder 2"/>
          <p:cNvSpPr>
            <a:spLocks noGrp="1"/>
          </p:cNvSpPr>
          <p:nvPr>
            <p:ph idx="1"/>
          </p:nvPr>
        </p:nvSpPr>
        <p:spPr>
          <a:xfrm>
            <a:off x="351155" y="2624328"/>
            <a:ext cx="8065453" cy="6048756"/>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Text Placeholder 5"/>
          <p:cNvSpPr>
            <a:spLocks noGrp="1"/>
          </p:cNvSpPr>
          <p:nvPr>
            <p:ph type="body" sz="quarter" idx="12"/>
          </p:nvPr>
        </p:nvSpPr>
        <p:spPr>
          <a:xfrm>
            <a:off x="10534651" y="2623080"/>
            <a:ext cx="1813560" cy="6050006"/>
          </a:xfrm>
        </p:spPr>
        <p:txBody>
          <a:bodyPr/>
          <a:lstStyle>
            <a:lvl1pPr marL="0" indent="0">
              <a:lnSpc>
                <a:spcPts val="1441"/>
              </a:lnSpc>
              <a:spcAft>
                <a:spcPts val="0"/>
              </a:spcAft>
              <a:buFontTx/>
              <a:buNone/>
              <a:defRPr sz="1200">
                <a:solidFill>
                  <a:schemeClr val="tx2"/>
                </a:solidFill>
              </a:defRPr>
            </a:lvl1pPr>
            <a:lvl2pPr marL="259197" indent="0">
              <a:lnSpc>
                <a:spcPct val="100000"/>
              </a:lnSpc>
              <a:spcAft>
                <a:spcPts val="0"/>
              </a:spcAft>
              <a:buFontTx/>
              <a:buNone/>
              <a:defRPr sz="1200"/>
            </a:lvl2pPr>
            <a:lvl3pPr marL="431995" indent="0">
              <a:lnSpc>
                <a:spcPct val="100000"/>
              </a:lnSpc>
              <a:spcAft>
                <a:spcPts val="0"/>
              </a:spcAft>
              <a:buFontTx/>
              <a:buNone/>
              <a:defRPr sz="1200"/>
            </a:lvl3pPr>
            <a:lvl4pPr marL="647692" indent="0">
              <a:lnSpc>
                <a:spcPct val="100000"/>
              </a:lnSpc>
              <a:spcAft>
                <a:spcPts val="0"/>
              </a:spcAft>
              <a:buFontTx/>
              <a:buNone/>
              <a:defRPr sz="1200"/>
            </a:lvl4pPr>
            <a:lvl5pPr marL="855333" indent="0">
              <a:lnSpc>
                <a:spcPct val="100000"/>
              </a:lnSpc>
              <a:spcAft>
                <a:spcPts val="0"/>
              </a:spcAft>
              <a:buFontTx/>
              <a:buNone/>
              <a:defRPr sz="1200"/>
            </a:lvl5pPr>
          </a:lstStyle>
          <a:p>
            <a:pPr lvl="0"/>
            <a:r>
              <a:rPr lang="fr-FR"/>
              <a:t>Cliquez pour modifier les styles du texte du masque</a:t>
            </a:r>
          </a:p>
        </p:txBody>
      </p:sp>
    </p:spTree>
    <p:extLst>
      <p:ext uri="{BB962C8B-B14F-4D97-AF65-F5344CB8AC3E}">
        <p14:creationId xmlns:p14="http://schemas.microsoft.com/office/powerpoint/2010/main" val="905613732"/>
      </p:ext>
    </p:extLst>
  </p:cSld>
  <p:clrMapOvr>
    <a:masterClrMapping/>
  </p:clrMapOvr>
  <p:hf hdr="0" ftr="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Title Slide with Image" preserve="1" userDrawn="1">
  <p:cSld name="Title Slide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1" name="Picture Placeholder 4"/>
          <p:cNvSpPr>
            <a:spLocks noGrp="1"/>
          </p:cNvSpPr>
          <p:nvPr>
            <p:ph type="pic" sz="quarter" idx="10"/>
            <p:custDataLst>
              <p:tags r:id="rId2"/>
            </p:custDataLst>
          </p:nvPr>
        </p:nvSpPr>
        <p:spPr>
          <a:xfrm>
            <a:off x="0" y="0"/>
            <a:ext cx="12801600" cy="9601200"/>
          </a:xfrm>
          <a:noFill/>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2" name="Subtitle 2"/>
          <p:cNvSpPr>
            <a:spLocks noGrp="1"/>
          </p:cNvSpPr>
          <p:nvPr>
            <p:ph type="subTitle" idx="1"/>
          </p:nvPr>
        </p:nvSpPr>
        <p:spPr bwMode="ltGray">
          <a:xfrm>
            <a:off x="2" y="7609129"/>
            <a:ext cx="5493498" cy="402613"/>
          </a:xfrm>
          <a:solidFill>
            <a:schemeClr val="bg1"/>
          </a:solidFill>
        </p:spPr>
        <p:txBody>
          <a:bodyPr lIns="396000" tIns="72000" rIns="144000" bIns="162000">
            <a:spAutoFit/>
          </a:bodyPr>
          <a:lstStyle>
            <a:lvl1pPr marL="0" indent="0" algn="l">
              <a:spcAft>
                <a:spcPts val="0"/>
              </a:spcAft>
              <a:buNone/>
              <a:defRPr sz="1081" b="1">
                <a:solidFill>
                  <a:schemeClr val="tx1"/>
                </a:solidFill>
              </a:defRPr>
            </a:lvl1pPr>
            <a:lvl2pPr marL="548633" indent="0" algn="ctr">
              <a:buNone/>
              <a:defRPr>
                <a:solidFill>
                  <a:schemeClr val="tx1">
                    <a:tint val="75000"/>
                  </a:schemeClr>
                </a:solidFill>
              </a:defRPr>
            </a:lvl2pPr>
            <a:lvl3pPr marL="1097265" indent="0" algn="ctr">
              <a:buNone/>
              <a:defRPr>
                <a:solidFill>
                  <a:schemeClr val="tx1">
                    <a:tint val="75000"/>
                  </a:schemeClr>
                </a:solidFill>
              </a:defRPr>
            </a:lvl3pPr>
            <a:lvl4pPr marL="1645900" indent="0" algn="ctr">
              <a:buNone/>
              <a:defRPr>
                <a:solidFill>
                  <a:schemeClr val="tx1">
                    <a:tint val="75000"/>
                  </a:schemeClr>
                </a:solidFill>
              </a:defRPr>
            </a:lvl4pPr>
            <a:lvl5pPr marL="2194532" indent="0" algn="ctr">
              <a:buNone/>
              <a:defRPr>
                <a:solidFill>
                  <a:schemeClr val="tx1">
                    <a:tint val="75000"/>
                  </a:schemeClr>
                </a:solidFill>
              </a:defRPr>
            </a:lvl5pPr>
            <a:lvl6pPr marL="2743166" indent="0" algn="ctr">
              <a:buNone/>
              <a:defRPr>
                <a:solidFill>
                  <a:schemeClr val="tx1">
                    <a:tint val="75000"/>
                  </a:schemeClr>
                </a:solidFill>
              </a:defRPr>
            </a:lvl6pPr>
            <a:lvl7pPr marL="3291799" indent="0" algn="ctr">
              <a:buNone/>
              <a:defRPr>
                <a:solidFill>
                  <a:schemeClr val="tx1">
                    <a:tint val="75000"/>
                  </a:schemeClr>
                </a:solidFill>
              </a:defRPr>
            </a:lvl7pPr>
            <a:lvl8pPr marL="3840432" indent="0" algn="ctr">
              <a:buNone/>
              <a:defRPr>
                <a:solidFill>
                  <a:schemeClr val="tx1">
                    <a:tint val="75000"/>
                  </a:schemeClr>
                </a:solidFill>
              </a:defRPr>
            </a:lvl8pPr>
            <a:lvl9pPr marL="4389064" indent="0" algn="ctr">
              <a:buNone/>
              <a:defRPr>
                <a:solidFill>
                  <a:schemeClr val="tx1">
                    <a:tint val="75000"/>
                  </a:schemeClr>
                </a:solidFill>
              </a:defRPr>
            </a:lvl9pPr>
          </a:lstStyle>
          <a:p>
            <a:r>
              <a:rPr lang="fr-FR" noProof="0"/>
              <a:t>Modifiez le style des sous-titres du masque</a:t>
            </a:r>
          </a:p>
        </p:txBody>
      </p:sp>
      <p:sp>
        <p:nvSpPr>
          <p:cNvPr id="13" name="Title 1"/>
          <p:cNvSpPr>
            <a:spLocks noGrp="1"/>
          </p:cNvSpPr>
          <p:nvPr>
            <p:ph type="ctrTitle"/>
          </p:nvPr>
        </p:nvSpPr>
        <p:spPr bwMode="ltGray">
          <a:xfrm>
            <a:off x="2" y="7010073"/>
            <a:ext cx="5493498" cy="679370"/>
          </a:xfrm>
          <a:solidFill>
            <a:schemeClr val="bg1"/>
          </a:solidFill>
        </p:spPr>
        <p:txBody>
          <a:bodyPr lIns="396000" tIns="147600" rIns="144000" bIns="118800" anchor="b" anchorCtr="0">
            <a:spAutoFit/>
          </a:bodyPr>
          <a:lstStyle>
            <a:lvl1pPr algn="l">
              <a:lnSpc>
                <a:spcPts val="3241"/>
              </a:lnSpc>
              <a:defRPr sz="2761" baseline="0">
                <a:solidFill>
                  <a:schemeClr val="tx1"/>
                </a:solidFill>
              </a:defRPr>
            </a:lvl1pPr>
          </a:lstStyle>
          <a:p>
            <a:r>
              <a:rPr lang="fr-FR" noProof="0"/>
              <a:t>Modifiez le style du titre</a:t>
            </a:r>
          </a:p>
        </p:txBody>
      </p:sp>
      <p:sp>
        <p:nvSpPr>
          <p:cNvPr id="9" name="Status" hidden="1"/>
          <p:cNvSpPr txBox="1">
            <a:spLocks/>
          </p:cNvSpPr>
          <p:nvPr userDrawn="1">
            <p:custDataLst>
              <p:tags r:id="rId3"/>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sp>
        <p:nvSpPr>
          <p:cNvPr id="8" name="LogoFrame"/>
          <p:cNvSpPr>
            <a:spLocks/>
          </p:cNvSpPr>
          <p:nvPr userDrawn="1">
            <p:custDataLst>
              <p:tags r:id="rId4"/>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pic>
        <p:nvPicPr>
          <p:cNvPr id="6" name="Image 5">
            <a:extLst>
              <a:ext uri="{FF2B5EF4-FFF2-40B4-BE49-F238E27FC236}">
                <a16:creationId xmlns:a16="http://schemas.microsoft.com/office/drawing/2014/main" id="{05F8406D-E2DB-BF8A-79B7-BD2910397708}"/>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0539273" y="487848"/>
            <a:ext cx="1192198" cy="996338"/>
          </a:xfrm>
          <a:prstGeom prst="rect">
            <a:avLst/>
          </a:prstGeom>
        </p:spPr>
      </p:pic>
    </p:spTree>
    <p:extLst>
      <p:ext uri="{BB962C8B-B14F-4D97-AF65-F5344CB8AC3E}">
        <p14:creationId xmlns:p14="http://schemas.microsoft.com/office/powerpoint/2010/main" val="1937488183"/>
      </p:ext>
    </p:extLst>
  </p:cSld>
  <p:clrMapOvr>
    <a:masterClrMapping/>
  </p:clrMapOvr>
  <p:hf hdr="0" ftr="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Section Header" preserve="1" userDrawn="1">
  <p:cSld name="Section Header">
    <p:spTree>
      <p:nvGrpSpPr>
        <p:cNvPr id="1" name=""/>
        <p:cNvGrpSpPr/>
        <p:nvPr/>
      </p:nvGrpSpPr>
      <p:grpSpPr>
        <a:xfrm>
          <a:off x="0" y="0"/>
          <a:ext cx="0" cy="0"/>
          <a:chOff x="0" y="0"/>
          <a:chExt cx="0" cy="0"/>
        </a:xfrm>
      </p:grpSpPr>
      <p:sp>
        <p:nvSpPr>
          <p:cNvPr id="8" name="EcoBackground" hidden="1"/>
          <p:cNvSpPr/>
          <p:nvPr userDrawn="1">
            <p:custDataLst>
              <p:tags r:id="rId2"/>
            </p:custDataLst>
          </p:nvPr>
        </p:nvSpPr>
        <p:spPr bwMode="gray">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rgbClr val="FFFFFF"/>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3"/>
            </p:custDataLst>
          </p:nvPr>
        </p:nvSpPr>
        <p:spPr>
          <a:xfrm>
            <a:off x="503750" y="3619439"/>
            <a:ext cx="4939849" cy="655696"/>
          </a:xfrm>
        </p:spPr>
        <p:txBody>
          <a:bodyPr lIns="36000" anchor="b" anchorCtr="0">
            <a:noAutofit/>
          </a:bodyPr>
          <a:lstStyle>
            <a:lvl1pPr algn="l">
              <a:defRPr sz="2761" b="0" cap="none" baseline="0">
                <a:solidFill>
                  <a:schemeClr val="tx1"/>
                </a:solidFill>
              </a:defRPr>
            </a:lvl1pPr>
          </a:lstStyle>
          <a:p>
            <a:r>
              <a:rPr lang="fr-FR"/>
              <a:t>Modifiez le style du titre</a:t>
            </a:r>
          </a:p>
        </p:txBody>
      </p:sp>
      <p:sp>
        <p:nvSpPr>
          <p:cNvPr id="9" name="Status" hidden="1"/>
          <p:cNvSpPr txBox="1">
            <a:spLocks/>
          </p:cNvSpPr>
          <p:nvPr userDrawn="1">
            <p:custDataLst>
              <p:tags r:id="rId4"/>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pic>
        <p:nvPicPr>
          <p:cNvPr id="7" name="Image 6">
            <a:extLst>
              <a:ext uri="{FF2B5EF4-FFF2-40B4-BE49-F238E27FC236}">
                <a16:creationId xmlns:a16="http://schemas.microsoft.com/office/drawing/2014/main" id="{6F55980D-4AFE-84B1-E79C-90BF49734BF7}"/>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1410560" y="8625078"/>
            <a:ext cx="818676" cy="684180"/>
          </a:xfrm>
          <a:prstGeom prst="rect">
            <a:avLst/>
          </a:prstGeom>
        </p:spPr>
      </p:pic>
    </p:spTree>
    <p:extLst>
      <p:ext uri="{BB962C8B-B14F-4D97-AF65-F5344CB8AC3E}">
        <p14:creationId xmlns:p14="http://schemas.microsoft.com/office/powerpoint/2010/main" val="2262039748"/>
      </p:ext>
    </p:extLst>
  </p:cSld>
  <p:clrMapOvr>
    <a:masterClrMapping/>
  </p:clrMapOvr>
  <p:hf hdr="0" ftr="0"/>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Section Header with Image" preserve="1" userDrawn="1">
  <p:cSld name="Section Header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0"/>
            <p:custDataLst>
              <p:tags r:id="rId2"/>
            </p:custDataLst>
          </p:nvPr>
        </p:nvSpPr>
        <p:spPr>
          <a:xfrm>
            <a:off x="0" y="0"/>
            <a:ext cx="12801600" cy="8308829"/>
          </a:xfrm>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3" name="EcoBackground" hidden="1"/>
          <p:cNvSpPr/>
          <p:nvPr userDrawn="1">
            <p:custDataLst>
              <p:tags r:id="rId3"/>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noProof="0"/>
          </a:p>
        </p:txBody>
      </p:sp>
      <p:sp>
        <p:nvSpPr>
          <p:cNvPr id="6" name="Hider"/>
          <p:cNvSpPr/>
          <p:nvPr userDrawn="1"/>
        </p:nvSpPr>
        <p:spPr bwMode="white">
          <a:xfrm>
            <a:off x="0" y="8308829"/>
            <a:ext cx="12801600" cy="129237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noProof="0"/>
          </a:p>
        </p:txBody>
      </p:sp>
      <p:sp>
        <p:nvSpPr>
          <p:cNvPr id="10" name="Status" hidden="1"/>
          <p:cNvSpPr txBox="1">
            <a:spLocks/>
          </p:cNvSpPr>
          <p:nvPr userDrawn="1">
            <p:custDataLst>
              <p:tags r:id="rId4"/>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5"/>
            </p:custDataLst>
          </p:nvPr>
        </p:nvSpPr>
        <p:spPr bwMode="ltGray">
          <a:xfrm>
            <a:off x="0" y="3622699"/>
            <a:ext cx="5493600" cy="715672"/>
          </a:xfrm>
          <a:solidFill>
            <a:schemeClr val="bg1"/>
          </a:solidFill>
        </p:spPr>
        <p:txBody>
          <a:bodyPr lIns="396000" tIns="144000" bIns="144000" anchor="ctr" anchorCtr="0">
            <a:spAutoFit/>
          </a:bodyPr>
          <a:lstStyle>
            <a:lvl1pPr algn="l">
              <a:defRPr sz="2761" b="0" cap="none" baseline="0">
                <a:solidFill>
                  <a:schemeClr val="tx1"/>
                </a:solidFill>
              </a:defRPr>
            </a:lvl1pPr>
          </a:lstStyle>
          <a:p>
            <a:r>
              <a:rPr lang="fr-FR" noProof="0"/>
              <a:t>Modifiez le style du titre</a:t>
            </a:r>
          </a:p>
        </p:txBody>
      </p:sp>
      <p:pic>
        <p:nvPicPr>
          <p:cNvPr id="9" name="Image 8">
            <a:extLst>
              <a:ext uri="{FF2B5EF4-FFF2-40B4-BE49-F238E27FC236}">
                <a16:creationId xmlns:a16="http://schemas.microsoft.com/office/drawing/2014/main" id="{7720C686-4EE9-DD33-36CA-57D4CDA42445}"/>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1410560" y="8625078"/>
            <a:ext cx="818676" cy="684180"/>
          </a:xfrm>
          <a:prstGeom prst="rect">
            <a:avLst/>
          </a:prstGeom>
        </p:spPr>
      </p:pic>
    </p:spTree>
    <p:extLst>
      <p:ext uri="{BB962C8B-B14F-4D97-AF65-F5344CB8AC3E}">
        <p14:creationId xmlns:p14="http://schemas.microsoft.com/office/powerpoint/2010/main" val="547189046"/>
      </p:ext>
    </p:extLst>
  </p:cSld>
  <p:clrMapOvr>
    <a:masterClrMapping/>
  </p:clrMapOvr>
  <p:hf hdr="0" ftr="0"/>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Image and Content 2/3 - 1/3" preserve="1" userDrawn="1">
  <p:cSld name="Image and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7" name="Picture Placeholder 6"/>
          <p:cNvSpPr>
            <a:spLocks noGrp="1"/>
          </p:cNvSpPr>
          <p:nvPr>
            <p:ph type="pic" sz="quarter" idx="12"/>
          </p:nvPr>
        </p:nvSpPr>
        <p:spPr>
          <a:xfrm>
            <a:off x="351156" y="2624328"/>
            <a:ext cx="8065453" cy="6048756"/>
          </a:xfrm>
        </p:spPr>
        <p:txBody>
          <a:bodyPr lIns="0" bIns="432000" anchor="ctr" anchorCtr="0"/>
          <a:lstStyle>
            <a:lvl1pPr marL="0" indent="0" algn="ctr">
              <a:buNone/>
              <a:defRPr>
                <a:solidFill>
                  <a:srgbClr val="808080"/>
                </a:solidFill>
              </a:defRPr>
            </a:lvl1pPr>
          </a:lstStyle>
          <a:p>
            <a:r>
              <a:rPr lang="fr-FR"/>
              <a:t>Cliquez sur l'icône pour ajouter une image</a:t>
            </a:r>
          </a:p>
        </p:txBody>
      </p:sp>
      <p:sp>
        <p:nvSpPr>
          <p:cNvPr id="9" name="Content Placeholder 8"/>
          <p:cNvSpPr>
            <a:spLocks noGrp="1"/>
          </p:cNvSpPr>
          <p:nvPr>
            <p:ph sz="quarter" idx="13"/>
          </p:nvPr>
        </p:nvSpPr>
        <p:spPr>
          <a:xfrm>
            <a:off x="8517838" y="2624328"/>
            <a:ext cx="3830376" cy="6048756"/>
          </a:xfrm>
        </p:spPr>
        <p:txBody>
          <a:bodyPr/>
          <a:lstStyle>
            <a:lvl1pPr>
              <a:defRPr sz="1919"/>
            </a:lvl1pPr>
            <a:lvl2pPr>
              <a:defRPr sz="1800"/>
            </a:lvl2pPr>
            <a:lvl3pPr>
              <a:defRPr sz="1680"/>
            </a:lvl3pPr>
            <a:lvl4pPr>
              <a:defRPr sz="1561"/>
            </a:lvl4pPr>
            <a:lvl5pPr>
              <a:defRPr sz="1441"/>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04011113"/>
      </p:ext>
    </p:extLst>
  </p:cSld>
  <p:clrMapOvr>
    <a:masterClrMapping/>
  </p:clrMapOvr>
  <p:hf hdr="0" ftr="0"/>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Image and Content 1/3 - 2/3" preserve="1" userDrawn="1">
  <p:cSld name="Image and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4" name="Picture Placeholder 3"/>
          <p:cNvSpPr>
            <a:spLocks noGrp="1"/>
          </p:cNvSpPr>
          <p:nvPr>
            <p:ph type="pic" sz="quarter" idx="13"/>
          </p:nvPr>
        </p:nvSpPr>
        <p:spPr>
          <a:xfrm>
            <a:off x="351152" y="2624333"/>
            <a:ext cx="3931200" cy="6048755"/>
          </a:xfrm>
        </p:spPr>
        <p:txBody>
          <a:bodyPr lIns="0" bIns="432000" anchor="ctr" anchorCtr="0"/>
          <a:lstStyle>
            <a:lvl1pPr marL="0" indent="0" algn="ctr">
              <a:buNone/>
              <a:defRPr>
                <a:solidFill>
                  <a:srgbClr val="808080"/>
                </a:solidFill>
              </a:defRPr>
            </a:lvl1pPr>
          </a:lstStyle>
          <a:p>
            <a:r>
              <a:rPr lang="fr-FR"/>
              <a:t>Cliquez sur l'icône pour ajouter une image</a:t>
            </a:r>
          </a:p>
        </p:txBody>
      </p:sp>
      <p:sp>
        <p:nvSpPr>
          <p:cNvPr id="8" name="Content Placeholder 7"/>
          <p:cNvSpPr>
            <a:spLocks noGrp="1"/>
          </p:cNvSpPr>
          <p:nvPr>
            <p:ph sz="quarter" idx="14"/>
          </p:nvPr>
        </p:nvSpPr>
        <p:spPr>
          <a:xfrm>
            <a:off x="4384996" y="2624328"/>
            <a:ext cx="7963218" cy="604875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682122202"/>
      </p:ext>
    </p:extLst>
  </p:cSld>
  <p:clrMapOvr>
    <a:masterClrMapping/>
  </p:clrMapOvr>
  <p:hf hdr="0" ftr="0"/>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wo Content 1/3 - 2/3" preserve="1" userDrawn="1">
  <p:cSld name="Two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9" name="Content Placeholder 8"/>
          <p:cNvSpPr>
            <a:spLocks noGrp="1"/>
          </p:cNvSpPr>
          <p:nvPr>
            <p:ph sz="quarter" idx="13"/>
          </p:nvPr>
        </p:nvSpPr>
        <p:spPr>
          <a:xfrm>
            <a:off x="5189539" y="2624328"/>
            <a:ext cx="7158673"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Content Placeholder 8"/>
          <p:cNvSpPr>
            <a:spLocks noGrp="1"/>
          </p:cNvSpPr>
          <p:nvPr>
            <p:ph sz="quarter" idx="14"/>
          </p:nvPr>
        </p:nvSpPr>
        <p:spPr>
          <a:xfrm>
            <a:off x="351158" y="2624328"/>
            <a:ext cx="4033839"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125554948"/>
      </p:ext>
    </p:extLst>
  </p:cSld>
  <p:clrMapOvr>
    <a:masterClrMapping/>
  </p:clrMapOvr>
  <p:hf hdr="0" ftr="0"/>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wo Content 2/3 - 1/3" preserve="1" userDrawn="1">
  <p:cSld name="Two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9" name="Content Placeholder 8"/>
          <p:cNvSpPr>
            <a:spLocks noGrp="1"/>
          </p:cNvSpPr>
          <p:nvPr>
            <p:ph sz="quarter" idx="13"/>
          </p:nvPr>
        </p:nvSpPr>
        <p:spPr>
          <a:xfrm>
            <a:off x="351155" y="2624328"/>
            <a:ext cx="7259934"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Content Placeholder 8"/>
          <p:cNvSpPr>
            <a:spLocks noGrp="1"/>
          </p:cNvSpPr>
          <p:nvPr>
            <p:ph sz="quarter" idx="14"/>
          </p:nvPr>
        </p:nvSpPr>
        <p:spPr>
          <a:xfrm>
            <a:off x="8416612" y="2624328"/>
            <a:ext cx="3931602" cy="6048756"/>
          </a:xfrm>
        </p:spPr>
        <p:txBody>
          <a:bodyPr/>
          <a:lstStyle>
            <a:lvl1pPr>
              <a:defRPr sz="1919"/>
            </a:lvl1pPr>
            <a:lvl2pPr>
              <a:defRPr sz="1800"/>
            </a:lvl2pPr>
            <a:lvl3pPr>
              <a:defRPr sz="1680"/>
            </a:lvl3pPr>
            <a:lvl4pPr>
              <a:defRPr sz="1561"/>
            </a:lvl4pPr>
            <a:lvl5pPr>
              <a:defRPr sz="1441"/>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9725012"/>
      </p:ext>
    </p:extLst>
  </p:cSld>
  <p:clrMapOvr>
    <a:masterClrMapping/>
  </p:clrMapOvr>
  <p:hf hdr="0" ftr="0"/>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full width Content" preserve="1" userDrawn="1">
  <p:cSld name="Title and full width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5" name="Content Placeholder 4"/>
          <p:cNvSpPr>
            <a:spLocks noGrp="1"/>
          </p:cNvSpPr>
          <p:nvPr>
            <p:ph sz="quarter" idx="12"/>
          </p:nvPr>
        </p:nvSpPr>
        <p:spPr>
          <a:xfrm>
            <a:off x="351158" y="2624327"/>
            <a:ext cx="11997057"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89797771"/>
      </p:ext>
    </p:extLst>
  </p:cSld>
  <p:clrMapOvr>
    <a:masterClrMapping/>
  </p:clrMapOvr>
  <p:hf hdr="0" ftr="0"/>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Key Message" preserve="1" userDrawn="1">
  <p:cSld name="Key Message">
    <p:spTree>
      <p:nvGrpSpPr>
        <p:cNvPr id="1" name=""/>
        <p:cNvGrpSpPr/>
        <p:nvPr/>
      </p:nvGrpSpPr>
      <p:grpSpPr>
        <a:xfrm>
          <a:off x="0" y="0"/>
          <a:ext cx="0" cy="0"/>
          <a:chOff x="0" y="0"/>
          <a:chExt cx="0" cy="0"/>
        </a:xfrm>
      </p:grpSpPr>
      <p:sp>
        <p:nvSpPr>
          <p:cNvPr id="2" name="Title 1"/>
          <p:cNvSpPr>
            <a:spLocks noGrp="1"/>
          </p:cNvSpPr>
          <p:nvPr>
            <p:ph type="title"/>
          </p:nvPr>
        </p:nvSpPr>
        <p:spPr>
          <a:xfrm>
            <a:off x="351158" y="203611"/>
            <a:ext cx="10081260" cy="888374"/>
          </a:xfrm>
        </p:spPr>
        <p:txBody>
          <a:bodyPr>
            <a:noAutofit/>
          </a:bodyPr>
          <a:lstStyle>
            <a:lvl1pPr>
              <a:defRPr>
                <a:solidFill>
                  <a:schemeClr val="tx1"/>
                </a:solidFill>
              </a:defRPr>
            </a:lvl1pPr>
          </a:lstStyle>
          <a:p>
            <a:r>
              <a:rPr lang="fr-FR"/>
              <a:t>Modifiez le style du titre</a:t>
            </a:r>
          </a:p>
        </p:txBody>
      </p:sp>
      <p:sp>
        <p:nvSpPr>
          <p:cNvPr id="6" name="Table Placeholder 5"/>
          <p:cNvSpPr>
            <a:spLocks noGrp="1"/>
          </p:cNvSpPr>
          <p:nvPr>
            <p:ph type="tbl" sz="quarter" idx="12"/>
          </p:nvPr>
        </p:nvSpPr>
        <p:spPr>
          <a:xfrm>
            <a:off x="4485009" y="1720216"/>
            <a:ext cx="7863205" cy="6710172"/>
          </a:xfrm>
        </p:spPr>
        <p:txBody>
          <a:bodyPr bIns="432000" anchor="ctr" anchorCtr="0"/>
          <a:lstStyle>
            <a:lvl1pPr marL="0" indent="0" algn="ctr">
              <a:buNone/>
              <a:defRPr>
                <a:solidFill>
                  <a:srgbClr val="808080"/>
                </a:solidFill>
              </a:defRPr>
            </a:lvl1pPr>
          </a:lstStyle>
          <a:p>
            <a:r>
              <a:rPr lang="fr-FR"/>
              <a:t>Cliquez sur l'icône pour ajouter un tableau</a:t>
            </a:r>
          </a:p>
        </p:txBody>
      </p:sp>
      <p:sp>
        <p:nvSpPr>
          <p:cNvPr id="8" name="Text Placeholder 6"/>
          <p:cNvSpPr>
            <a:spLocks noGrp="1"/>
          </p:cNvSpPr>
          <p:nvPr>
            <p:ph type="body" sz="quarter" idx="13"/>
          </p:nvPr>
        </p:nvSpPr>
        <p:spPr bwMode="ltGray">
          <a:xfrm>
            <a:off x="444502" y="1719300"/>
            <a:ext cx="3831799" cy="736081"/>
          </a:xfrm>
          <a:solidFill>
            <a:schemeClr val="accent1"/>
          </a:solidFill>
        </p:spPr>
        <p:txBody>
          <a:bodyPr lIns="108000" tIns="72000" rIns="108000" bIns="72000" anchor="t" anchorCtr="0">
            <a:spAutoFit/>
          </a:bodyPr>
          <a:lstStyle>
            <a:lvl1pPr marL="0" indent="0">
              <a:spcAft>
                <a:spcPts val="0"/>
              </a:spcAft>
              <a:buNone/>
              <a:defRPr b="1">
                <a:solidFill>
                  <a:srgbClr val="FFFFFF"/>
                </a:solidFill>
              </a:defRPr>
            </a:lvl1pPr>
          </a:lstStyle>
          <a:p>
            <a:pPr lvl="0"/>
            <a:r>
              <a:rPr lang="fr-FR"/>
              <a:t>Cliquez pour modifier les styles du texte du masque</a:t>
            </a:r>
          </a:p>
        </p:txBody>
      </p:sp>
    </p:spTree>
    <p:extLst>
      <p:ext uri="{BB962C8B-B14F-4D97-AF65-F5344CB8AC3E}">
        <p14:creationId xmlns:p14="http://schemas.microsoft.com/office/powerpoint/2010/main" val="2868306915"/>
      </p:ext>
    </p:extLst>
  </p:cSld>
  <p:clrMapOvr>
    <a:masterClrMapping/>
  </p:clrMapOvr>
  <p:hf hdr="0" ftr="0"/>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3829627083"/>
      </p:ext>
    </p:extLst>
  </p:cSld>
  <p:clrMapOvr>
    <a:masterClrMapping/>
  </p:clrMapOvr>
  <p:hf hdr="0" ftr="0"/>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Agenda" type="titleOnly" preserve="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496452037"/>
      </p:ext>
    </p:extLst>
  </p:cSld>
  <p:clrMapOvr>
    <a:masterClrMapping/>
  </p:clrMapOvr>
  <p:hf hdr="0" ftr="0"/>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5688946"/>
      </p:ext>
    </p:extLst>
  </p:cSld>
  <p:clrMapOvr>
    <a:masterClrMapping/>
  </p:clrMapOvr>
  <p:hf hdr="0" ftr="0"/>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Closing Slide" preserve="1" userDrawn="1">
  <p:cSld name="Closing Slide">
    <p:spTree>
      <p:nvGrpSpPr>
        <p:cNvPr id="1" name=""/>
        <p:cNvGrpSpPr/>
        <p:nvPr/>
      </p:nvGrpSpPr>
      <p:grpSpPr>
        <a:xfrm>
          <a:off x="0" y="0"/>
          <a:ext cx="0" cy="0"/>
          <a:chOff x="0" y="0"/>
          <a:chExt cx="0" cy="0"/>
        </a:xfrm>
      </p:grpSpPr>
      <p:sp>
        <p:nvSpPr>
          <p:cNvPr id="9"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rgbClr val="FFFFFF"/>
              </a:solidFill>
              <a:latin typeface="Arial" panose="020B0604020202020204" pitchFamily="34" charset="0"/>
              <a:cs typeface="Arial" panose="020B0604020202020204" pitchFamily="34" charset="0"/>
            </a:endParaRPr>
          </a:p>
        </p:txBody>
      </p:sp>
      <p:sp>
        <p:nvSpPr>
          <p:cNvPr id="10" name="Status" hidden="1"/>
          <p:cNvSpPr txBox="1">
            <a:spLocks/>
          </p:cNvSpPr>
          <p:nvPr userDrawn="1">
            <p:custDataLst>
              <p:tags r:id="rId3"/>
            </p:custDataLst>
          </p:nvPr>
        </p:nvSpPr>
        <p:spPr>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pic>
        <p:nvPicPr>
          <p:cNvPr id="6" name="Image 5">
            <a:extLst>
              <a:ext uri="{FF2B5EF4-FFF2-40B4-BE49-F238E27FC236}">
                <a16:creationId xmlns:a16="http://schemas.microsoft.com/office/drawing/2014/main" id="{25E5E2C1-F2B3-2093-513F-3939BF87BDD5}"/>
              </a:ext>
            </a:extLst>
          </p:cNvPr>
          <p:cNvPicPr>
            <a:picLocks noChangeAspect="1"/>
          </p:cNvPicPr>
          <p:nvPr userDrawn="1">
            <p:custDataLst>
              <p:tags r:id="rId4"/>
            </p:custDataLst>
          </p:nvPr>
        </p:nvPicPr>
        <p:blipFill>
          <a:blip r:embed="rId6" cstate="print">
            <a:extLst>
              <a:ext uri="{28A0092B-C50C-407E-A947-70E740481C1C}">
                <a14:useLocalDpi xmlns:a14="http://schemas.microsoft.com/office/drawing/2010/main" val="0"/>
              </a:ext>
            </a:extLst>
          </a:blip>
          <a:stretch>
            <a:fillRect/>
          </a:stretch>
        </p:blipFill>
        <p:spPr bwMode="gray">
          <a:xfrm>
            <a:off x="10539273" y="487848"/>
            <a:ext cx="1192198" cy="996338"/>
          </a:xfrm>
          <a:prstGeom prst="rect">
            <a:avLst/>
          </a:prstGeom>
        </p:spPr>
      </p:pic>
    </p:spTree>
    <p:extLst>
      <p:ext uri="{BB962C8B-B14F-4D97-AF65-F5344CB8AC3E}">
        <p14:creationId xmlns:p14="http://schemas.microsoft.com/office/powerpoint/2010/main" val="307992454"/>
      </p:ext>
    </p:extLst>
  </p:cSld>
  <p:clrMapOvr>
    <a:masterClrMapping/>
  </p:clrMapOvr>
  <p:hf hdr="0" ftr="0"/>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Closing Slide with Image" preserve="1" userDrawn="1">
  <p:cSld name="Closing Slide with Image">
    <p:bg>
      <p:bgPr>
        <a:solidFill>
          <a:schemeClr val="accent4"/>
        </a:solidFill>
        <a:effectLst/>
      </p:bgPr>
    </p:bg>
    <p:spTree>
      <p:nvGrpSpPr>
        <p:cNvPr id="1" name=""/>
        <p:cNvGrpSpPr/>
        <p:nvPr/>
      </p:nvGrpSpPr>
      <p:grpSpPr>
        <a:xfrm>
          <a:off x="0" y="0"/>
          <a:ext cx="0" cy="0"/>
          <a:chOff x="0" y="0"/>
          <a:chExt cx="0" cy="0"/>
        </a:xfrm>
      </p:grpSpPr>
      <p:sp>
        <p:nvSpPr>
          <p:cNvPr id="10"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rgbClr val="FFFFFF"/>
              </a:solidFill>
              <a:latin typeface="Arial" panose="020B0604020202020204" pitchFamily="34" charset="0"/>
              <a:cs typeface="Arial" panose="020B0604020202020204" pitchFamily="34" charset="0"/>
            </a:endParaRPr>
          </a:p>
        </p:txBody>
      </p:sp>
      <p:sp>
        <p:nvSpPr>
          <p:cNvPr id="4" name="Picture Placeholder 4"/>
          <p:cNvSpPr>
            <a:spLocks noGrp="1"/>
          </p:cNvSpPr>
          <p:nvPr>
            <p:ph type="pic" sz="quarter" idx="10"/>
            <p:custDataLst>
              <p:tags r:id="rId3"/>
            </p:custDataLst>
          </p:nvPr>
        </p:nvSpPr>
        <p:spPr>
          <a:xfrm>
            <a:off x="0" y="0"/>
            <a:ext cx="12801600" cy="9601200"/>
          </a:xfrm>
          <a:noFill/>
        </p:spPr>
        <p:txBody>
          <a:bodyPr bIns="432000" anchor="ctr" anchorCtr="0"/>
          <a:lstStyle>
            <a:lvl1pPr marL="0" indent="0" algn="ctr">
              <a:buNone/>
              <a:defRPr>
                <a:solidFill>
                  <a:schemeClr val="bg1"/>
                </a:solidFill>
              </a:defRPr>
            </a:lvl1pPr>
          </a:lstStyle>
          <a:p>
            <a:r>
              <a:rPr lang="fr-FR"/>
              <a:t>Cliquez sur l'icône pour ajouter une image</a:t>
            </a:r>
          </a:p>
        </p:txBody>
      </p:sp>
      <p:sp>
        <p:nvSpPr>
          <p:cNvPr id="6" name="LogoFrame"/>
          <p:cNvSpPr>
            <a:spLocks/>
          </p:cNvSpPr>
          <p:nvPr userDrawn="1">
            <p:custDataLst>
              <p:tags r:id="rId4"/>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1" name="Status" hidden="1"/>
          <p:cNvSpPr txBox="1">
            <a:spLocks/>
          </p:cNvSpPr>
          <p:nvPr userDrawn="1">
            <p:custDataLst>
              <p:tags r:id="rId5"/>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pic>
        <p:nvPicPr>
          <p:cNvPr id="8" name="Image 7">
            <a:extLst>
              <a:ext uri="{FF2B5EF4-FFF2-40B4-BE49-F238E27FC236}">
                <a16:creationId xmlns:a16="http://schemas.microsoft.com/office/drawing/2014/main" id="{EC837638-EBC1-C8E8-EFEE-8FB227BF370F}"/>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0539273" y="487848"/>
            <a:ext cx="1192198" cy="996338"/>
          </a:xfrm>
          <a:prstGeom prst="rect">
            <a:avLst/>
          </a:prstGeom>
        </p:spPr>
      </p:pic>
    </p:spTree>
    <p:extLst>
      <p:ext uri="{BB962C8B-B14F-4D97-AF65-F5344CB8AC3E}">
        <p14:creationId xmlns:p14="http://schemas.microsoft.com/office/powerpoint/2010/main" val="3283244604"/>
      </p:ext>
    </p:extLst>
  </p:cSld>
  <p:clrMapOvr>
    <a:masterClrMapping/>
  </p:clrMapOvr>
  <p:hf hdr="0" ftr="0"/>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Title Slide">
    <p:bg>
      <p:bgPr>
        <a:solidFill>
          <a:srgbClr val="A11C36"/>
        </a:solidFill>
        <a:effectLst/>
      </p:bgPr>
    </p:bg>
    <p:spTree>
      <p:nvGrpSpPr>
        <p:cNvPr id="1" name=""/>
        <p:cNvGrpSpPr/>
        <p:nvPr/>
      </p:nvGrpSpPr>
      <p:grpSpPr>
        <a:xfrm>
          <a:off x="0" y="0"/>
          <a:ext cx="0" cy="0"/>
          <a:chOff x="0" y="0"/>
          <a:chExt cx="0" cy="0"/>
        </a:xfrm>
      </p:grpSpPr>
      <p:sp>
        <p:nvSpPr>
          <p:cNvPr id="2"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45">
              <a:solidFill>
                <a:srgbClr val="FFFFFF"/>
              </a:solidFill>
              <a:latin typeface="Arial" panose="020B0604020202020204" pitchFamily="34" charset="0"/>
              <a:cs typeface="Arial" panose="020B0604020202020204" pitchFamily="34" charset="0"/>
            </a:endParaRPr>
          </a:p>
        </p:txBody>
      </p:sp>
      <p:sp>
        <p:nvSpPr>
          <p:cNvPr id="8" name="Title 1"/>
          <p:cNvSpPr>
            <a:spLocks noGrp="1"/>
          </p:cNvSpPr>
          <p:nvPr>
            <p:ph type="ctrTitle"/>
            <p:custDataLst>
              <p:tags r:id="rId3"/>
            </p:custDataLst>
          </p:nvPr>
        </p:nvSpPr>
        <p:spPr>
          <a:xfrm>
            <a:off x="553757" y="4268792"/>
            <a:ext cx="7862855" cy="531812"/>
          </a:xfrm>
        </p:spPr>
        <p:txBody>
          <a:bodyPr vert="horz" lIns="0" tIns="0" rIns="0" bIns="0" rtlCol="0" anchor="b" anchorCtr="0">
            <a:spAutoFit/>
          </a:bodyPr>
          <a:lstStyle>
            <a:lvl1pPr>
              <a:defRPr lang="en-GB" b="0" cap="none" baseline="0" noProof="0" dirty="0">
                <a:solidFill>
                  <a:srgbClr val="FFFFFF"/>
                </a:solidFill>
              </a:defRPr>
            </a:lvl1pPr>
          </a:lstStyle>
          <a:p>
            <a:pPr lvl="0"/>
            <a:r>
              <a:rPr lang="de-DE" noProof="0" err="1"/>
              <a:t>Modifiez</a:t>
            </a:r>
            <a:r>
              <a:rPr lang="de-DE" noProof="0"/>
              <a:t> le style du </a:t>
            </a:r>
            <a:r>
              <a:rPr lang="de-DE" noProof="0" err="1"/>
              <a:t>titre</a:t>
            </a:r>
            <a:endParaRPr lang="de-DE" noProof="0"/>
          </a:p>
        </p:txBody>
      </p:sp>
      <p:sp>
        <p:nvSpPr>
          <p:cNvPr id="9" name="Subtitle 2"/>
          <p:cNvSpPr>
            <a:spLocks noGrp="1"/>
          </p:cNvSpPr>
          <p:nvPr>
            <p:ph type="subTitle" idx="1"/>
            <p:custDataLst>
              <p:tags r:id="rId4"/>
            </p:custDataLst>
          </p:nvPr>
        </p:nvSpPr>
        <p:spPr>
          <a:xfrm>
            <a:off x="553405" y="5162937"/>
            <a:ext cx="7863205" cy="149400"/>
          </a:xfrm>
        </p:spPr>
        <p:txBody>
          <a:bodyPr wrap="square" lIns="0">
            <a:spAutoFit/>
          </a:bodyPr>
          <a:lstStyle>
            <a:lvl1pPr marL="0" indent="0" algn="l">
              <a:spcAft>
                <a:spcPts val="0"/>
              </a:spcAft>
              <a:buNone/>
              <a:defRPr sz="972" b="1">
                <a:solidFill>
                  <a:srgbClr val="FFFFFF"/>
                </a:solidFill>
              </a:defRPr>
            </a:lvl1pPr>
            <a:lvl2pPr marL="493770" indent="0" algn="ctr">
              <a:buNone/>
              <a:defRPr>
                <a:solidFill>
                  <a:schemeClr val="tx1">
                    <a:tint val="75000"/>
                  </a:schemeClr>
                </a:solidFill>
              </a:defRPr>
            </a:lvl2pPr>
            <a:lvl3pPr marL="987540" indent="0" algn="ctr">
              <a:buNone/>
              <a:defRPr>
                <a:solidFill>
                  <a:schemeClr val="tx1">
                    <a:tint val="75000"/>
                  </a:schemeClr>
                </a:solidFill>
              </a:defRPr>
            </a:lvl3pPr>
            <a:lvl4pPr marL="1481309" indent="0" algn="ctr">
              <a:buNone/>
              <a:defRPr>
                <a:solidFill>
                  <a:schemeClr val="tx1">
                    <a:tint val="75000"/>
                  </a:schemeClr>
                </a:solidFill>
              </a:defRPr>
            </a:lvl4pPr>
            <a:lvl5pPr marL="1975078" indent="0" algn="ctr">
              <a:buNone/>
              <a:defRPr>
                <a:solidFill>
                  <a:schemeClr val="tx1">
                    <a:tint val="75000"/>
                  </a:schemeClr>
                </a:solidFill>
              </a:defRPr>
            </a:lvl5pPr>
            <a:lvl6pPr marL="2468850" indent="0" algn="ctr">
              <a:buNone/>
              <a:defRPr>
                <a:solidFill>
                  <a:schemeClr val="tx1">
                    <a:tint val="75000"/>
                  </a:schemeClr>
                </a:solidFill>
              </a:defRPr>
            </a:lvl6pPr>
            <a:lvl7pPr marL="2962620" indent="0" algn="ctr">
              <a:buNone/>
              <a:defRPr>
                <a:solidFill>
                  <a:schemeClr val="tx1">
                    <a:tint val="75000"/>
                  </a:schemeClr>
                </a:solidFill>
              </a:defRPr>
            </a:lvl7pPr>
            <a:lvl8pPr marL="3456389" indent="0" algn="ctr">
              <a:buNone/>
              <a:defRPr>
                <a:solidFill>
                  <a:schemeClr val="tx1">
                    <a:tint val="75000"/>
                  </a:schemeClr>
                </a:solidFill>
              </a:defRPr>
            </a:lvl8pPr>
            <a:lvl9pPr marL="3950159" indent="0" algn="ctr">
              <a:buNone/>
              <a:defRPr>
                <a:solidFill>
                  <a:schemeClr val="tx1">
                    <a:tint val="75000"/>
                  </a:schemeClr>
                </a:solidFill>
              </a:defRPr>
            </a:lvl9pPr>
          </a:lstStyle>
          <a:p>
            <a:r>
              <a:rPr lang="de-DE" noProof="0" err="1"/>
              <a:t>Modifier</a:t>
            </a:r>
            <a:r>
              <a:rPr lang="de-DE" noProof="0"/>
              <a:t> le style des </a:t>
            </a:r>
            <a:r>
              <a:rPr lang="de-DE" noProof="0" err="1"/>
              <a:t>sous-titres</a:t>
            </a:r>
            <a:r>
              <a:rPr lang="de-DE" noProof="0"/>
              <a:t> du </a:t>
            </a:r>
            <a:r>
              <a:rPr lang="de-DE" noProof="0" err="1"/>
              <a:t>masque</a:t>
            </a:r>
            <a:endParaRPr lang="de-DE" noProof="0"/>
          </a:p>
        </p:txBody>
      </p:sp>
      <p:sp>
        <p:nvSpPr>
          <p:cNvPr id="11" name="Status" hidden="1"/>
          <p:cNvSpPr txBox="1">
            <a:spLocks/>
          </p:cNvSpPr>
          <p:nvPr userDrawn="1">
            <p:custDataLst>
              <p:tags r:id="rId5"/>
            </p:custDataLst>
          </p:nvPr>
        </p:nvSpPr>
        <p:spPr bwMode="gray">
          <a:xfrm>
            <a:off x="12369684" y="2359846"/>
            <a:ext cx="431921" cy="182999"/>
          </a:xfrm>
          <a:prstGeom prst="rect">
            <a:avLst/>
          </a:prstGeom>
          <a:solidFill>
            <a:srgbClr val="DFDFDF"/>
          </a:solidFill>
        </p:spPr>
        <p:txBody>
          <a:bodyPr wrap="none" lIns="77760" tIns="0" rIns="349920" bIns="0" rtlCol="0" anchor="ctr">
            <a:spAutoFit/>
          </a:bodyPr>
          <a:lstStyle/>
          <a:p>
            <a:pPr algn="r"/>
            <a:endParaRPr lang="de-DE" sz="1189" cap="none" baseline="0">
              <a:solidFill>
                <a:srgbClr val="000000"/>
              </a:solidFill>
              <a:latin typeface="Arial" panose="020B0604020202020204" pitchFamily="34" charset="0"/>
              <a:cs typeface="Arial" panose="020B0604020202020204" pitchFamily="34" charset="0"/>
            </a:endParaRPr>
          </a:p>
        </p:txBody>
      </p:sp>
      <p:sp>
        <p:nvSpPr>
          <p:cNvPr id="10" name="LogoFrame"/>
          <p:cNvSpPr>
            <a:spLocks/>
          </p:cNvSpPr>
          <p:nvPr userDrawn="1">
            <p:custDataLst>
              <p:tags r:id="rId6"/>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45">
              <a:solidFill>
                <a:schemeClr val="tx1"/>
              </a:solidFill>
            </a:endParaRPr>
          </a:p>
        </p:txBody>
      </p:sp>
      <p:pic>
        <p:nvPicPr>
          <p:cNvPr id="3" name="Image 2"/>
          <p:cNvPicPr>
            <a:picLocks noChangeAspect="1"/>
          </p:cNvPicPr>
          <p:nvPr userDrawn="1">
            <p:custDataLst>
              <p:tags r:id="rId7"/>
            </p:custDataLst>
          </p:nvPr>
        </p:nvPicPr>
        <p:blipFill>
          <a:blip r:embed="rId9" cstate="print">
            <a:extLst>
              <a:ext uri="{28A0092B-C50C-407E-A947-70E740481C1C}">
                <a14:useLocalDpi xmlns:a14="http://schemas.microsoft.com/office/drawing/2010/main" val="0"/>
              </a:ext>
            </a:extLst>
          </a:blip>
          <a:stretch>
            <a:fillRect/>
          </a:stretch>
        </p:blipFill>
        <p:spPr bwMode="gray">
          <a:xfrm>
            <a:off x="10539275" y="487853"/>
            <a:ext cx="1192198" cy="998022"/>
          </a:xfrm>
          <a:prstGeom prst="rect">
            <a:avLst/>
          </a:prstGeom>
        </p:spPr>
      </p:pic>
    </p:spTree>
    <p:extLst>
      <p:ext uri="{BB962C8B-B14F-4D97-AF65-F5344CB8AC3E}">
        <p14:creationId xmlns:p14="http://schemas.microsoft.com/office/powerpoint/2010/main" val="2051346333"/>
      </p:ext>
    </p:extLst>
  </p:cSld>
  <p:clrMapOvr>
    <a:masterClrMapping/>
  </p:clrMapOvr>
  <p:hf hdr="0" ftr="0"/>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1157" y="203609"/>
            <a:ext cx="10082092" cy="1815310"/>
          </a:xfrm>
        </p:spPr>
        <p:txBody>
          <a:bodyPr/>
          <a:lstStyle/>
          <a:p>
            <a:r>
              <a:rPr lang="de-DE" noProof="0" err="1"/>
              <a:t>Modifiez</a:t>
            </a:r>
            <a:r>
              <a:rPr lang="de-DE" noProof="0"/>
              <a:t> le style du </a:t>
            </a:r>
            <a:r>
              <a:rPr lang="de-DE" noProof="0" err="1"/>
              <a:t>titre</a:t>
            </a:r>
            <a:endParaRPr lang="de-DE" noProof="0"/>
          </a:p>
        </p:txBody>
      </p:sp>
      <p:sp>
        <p:nvSpPr>
          <p:cNvPr id="3" name="Content Placeholder 2"/>
          <p:cNvSpPr>
            <a:spLocks noGrp="1"/>
          </p:cNvSpPr>
          <p:nvPr>
            <p:ph idx="1"/>
          </p:nvPr>
        </p:nvSpPr>
        <p:spPr>
          <a:xfrm>
            <a:off x="351155" y="2624328"/>
            <a:ext cx="8065453" cy="6048756"/>
          </a:xfrm>
        </p:spPr>
        <p:txBody>
          <a:bodyPr/>
          <a:lstStyle/>
          <a:p>
            <a:pPr lvl="0"/>
            <a:r>
              <a:rPr lang="de-DE" noProof="0" err="1"/>
              <a:t>Modifier</a:t>
            </a:r>
            <a:r>
              <a:rPr lang="de-DE" noProof="0"/>
              <a:t> les </a:t>
            </a:r>
            <a:r>
              <a:rPr lang="de-DE" noProof="0" err="1"/>
              <a:t>styles</a:t>
            </a:r>
            <a:r>
              <a:rPr lang="de-DE" noProof="0"/>
              <a:t> du texte du </a:t>
            </a:r>
            <a:r>
              <a:rPr lang="de-DE" noProof="0" err="1"/>
              <a:t>masque</a:t>
            </a:r>
            <a:endParaRPr lang="de-DE" noProof="0"/>
          </a:p>
          <a:p>
            <a:pPr lvl="1"/>
            <a:r>
              <a:rPr lang="de-DE" noProof="0" err="1"/>
              <a:t>Deuxième</a:t>
            </a:r>
            <a:r>
              <a:rPr lang="de-DE" noProof="0"/>
              <a:t> </a:t>
            </a:r>
            <a:r>
              <a:rPr lang="de-DE" noProof="0" err="1"/>
              <a:t>niveau</a:t>
            </a:r>
            <a:endParaRPr lang="de-DE" noProof="0"/>
          </a:p>
          <a:p>
            <a:pPr lvl="2"/>
            <a:r>
              <a:rPr lang="de-DE" noProof="0" err="1"/>
              <a:t>Troisième</a:t>
            </a:r>
            <a:r>
              <a:rPr lang="de-DE" noProof="0"/>
              <a:t> </a:t>
            </a:r>
            <a:r>
              <a:rPr lang="de-DE" noProof="0" err="1"/>
              <a:t>niveau</a:t>
            </a:r>
            <a:endParaRPr lang="de-DE" noProof="0"/>
          </a:p>
          <a:p>
            <a:pPr lvl="3"/>
            <a:r>
              <a:rPr lang="de-DE" noProof="0" err="1"/>
              <a:t>Quatrième</a:t>
            </a:r>
            <a:r>
              <a:rPr lang="de-DE" noProof="0"/>
              <a:t> </a:t>
            </a:r>
            <a:r>
              <a:rPr lang="de-DE" noProof="0" err="1"/>
              <a:t>niveau</a:t>
            </a:r>
            <a:endParaRPr lang="de-DE" noProof="0"/>
          </a:p>
          <a:p>
            <a:pPr lvl="4"/>
            <a:r>
              <a:rPr lang="de-DE" noProof="0" err="1"/>
              <a:t>Cinquième</a:t>
            </a:r>
            <a:r>
              <a:rPr lang="de-DE" noProof="0"/>
              <a:t> </a:t>
            </a:r>
            <a:r>
              <a:rPr lang="de-DE" noProof="0" err="1"/>
              <a:t>niveau</a:t>
            </a:r>
            <a:endParaRPr lang="de-DE" noProof="0"/>
          </a:p>
        </p:txBody>
      </p:sp>
      <p:sp>
        <p:nvSpPr>
          <p:cNvPr id="6" name="Text Placeholder 5"/>
          <p:cNvSpPr>
            <a:spLocks noGrp="1"/>
          </p:cNvSpPr>
          <p:nvPr>
            <p:ph type="body" sz="quarter" idx="12"/>
          </p:nvPr>
        </p:nvSpPr>
        <p:spPr>
          <a:xfrm>
            <a:off x="10534651" y="2623080"/>
            <a:ext cx="1813560" cy="6050006"/>
          </a:xfrm>
        </p:spPr>
        <p:txBody>
          <a:bodyPr/>
          <a:lstStyle>
            <a:lvl1pPr marL="0" indent="0">
              <a:lnSpc>
                <a:spcPts val="1296"/>
              </a:lnSpc>
              <a:spcAft>
                <a:spcPts val="0"/>
              </a:spcAft>
              <a:buFontTx/>
              <a:buNone/>
              <a:defRPr sz="1081">
                <a:solidFill>
                  <a:schemeClr val="tx2"/>
                </a:solidFill>
              </a:defRPr>
            </a:lvl1pPr>
            <a:lvl2pPr marL="233276" indent="0">
              <a:lnSpc>
                <a:spcPct val="100000"/>
              </a:lnSpc>
              <a:spcAft>
                <a:spcPts val="0"/>
              </a:spcAft>
              <a:buFontTx/>
              <a:buNone/>
              <a:defRPr sz="1081"/>
            </a:lvl2pPr>
            <a:lvl3pPr marL="388795" indent="0">
              <a:lnSpc>
                <a:spcPct val="100000"/>
              </a:lnSpc>
              <a:spcAft>
                <a:spcPts val="0"/>
              </a:spcAft>
              <a:buFontTx/>
              <a:buNone/>
              <a:defRPr sz="1081"/>
            </a:lvl3pPr>
            <a:lvl4pPr marL="582922" indent="0">
              <a:lnSpc>
                <a:spcPct val="100000"/>
              </a:lnSpc>
              <a:spcAft>
                <a:spcPts val="0"/>
              </a:spcAft>
              <a:buFontTx/>
              <a:buNone/>
              <a:defRPr sz="1081"/>
            </a:lvl4pPr>
            <a:lvl5pPr marL="769800" indent="0">
              <a:lnSpc>
                <a:spcPct val="100000"/>
              </a:lnSpc>
              <a:spcAft>
                <a:spcPts val="0"/>
              </a:spcAft>
              <a:buFontTx/>
              <a:buNone/>
              <a:defRPr sz="1081"/>
            </a:lvl5pPr>
          </a:lstStyle>
          <a:p>
            <a:pPr lvl="0"/>
            <a:r>
              <a:rPr lang="de-DE" err="1"/>
              <a:t>Modifier</a:t>
            </a:r>
            <a:r>
              <a:rPr lang="de-DE"/>
              <a:t> les </a:t>
            </a:r>
            <a:r>
              <a:rPr lang="de-DE" err="1"/>
              <a:t>styles</a:t>
            </a:r>
            <a:r>
              <a:rPr lang="de-DE"/>
              <a:t> du texte du </a:t>
            </a:r>
            <a:r>
              <a:rPr lang="de-DE" err="1"/>
              <a:t>masque</a:t>
            </a:r>
            <a:endParaRPr lang="de-DE"/>
          </a:p>
        </p:txBody>
      </p:sp>
    </p:spTree>
    <p:extLst>
      <p:ext uri="{BB962C8B-B14F-4D97-AF65-F5344CB8AC3E}">
        <p14:creationId xmlns:p14="http://schemas.microsoft.com/office/powerpoint/2010/main" val="1049542747"/>
      </p:ext>
    </p:extLst>
  </p:cSld>
  <p:clrMapOvr>
    <a:masterClrMapping/>
  </p:clrMapOvr>
  <p:hf hdr="0" ftr="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Title Slide with Image" preserve="1" userDrawn="1">
  <p:cSld name="Title Slide with Image">
    <p:spTree>
      <p:nvGrpSpPr>
        <p:cNvPr id="1" name=""/>
        <p:cNvGrpSpPr/>
        <p:nvPr/>
      </p:nvGrpSpPr>
      <p:grpSpPr>
        <a:xfrm>
          <a:off x="0" y="0"/>
          <a:ext cx="0" cy="0"/>
          <a:chOff x="0" y="0"/>
          <a:chExt cx="0" cy="0"/>
        </a:xfrm>
      </p:grpSpPr>
      <p:sp>
        <p:nvSpPr>
          <p:cNvPr id="11" name="Picture Placeholder 4"/>
          <p:cNvSpPr>
            <a:spLocks noGrp="1"/>
          </p:cNvSpPr>
          <p:nvPr>
            <p:ph type="pic" sz="quarter" idx="10"/>
            <p:custDataLst>
              <p:tags r:id="rId2"/>
            </p:custDataLst>
          </p:nvPr>
        </p:nvSpPr>
        <p:spPr>
          <a:xfrm>
            <a:off x="0" y="0"/>
            <a:ext cx="12801600" cy="9601200"/>
          </a:xfrm>
        </p:spPr>
        <p:txBody>
          <a:bodyPr lIns="0" tIns="0" bIns="468000" anchor="ctr" anchorCtr="0"/>
          <a:lstStyle>
            <a:lvl1pPr marL="0" indent="0" algn="ctr">
              <a:buNone/>
              <a:defRPr>
                <a:solidFill>
                  <a:srgbClr val="808080"/>
                </a:solidFill>
              </a:defRPr>
            </a:lvl1pPr>
          </a:lstStyle>
          <a:p>
            <a:r>
              <a:rPr lang="de-DE" noProof="0" err="1"/>
              <a:t>Cliquez</a:t>
            </a:r>
            <a:r>
              <a:rPr lang="de-DE" noProof="0"/>
              <a:t> </a:t>
            </a:r>
            <a:r>
              <a:rPr lang="de-DE" noProof="0" err="1"/>
              <a:t>sur</a:t>
            </a:r>
            <a:r>
              <a:rPr lang="de-DE" noProof="0"/>
              <a:t> </a:t>
            </a:r>
            <a:r>
              <a:rPr lang="de-DE" noProof="0" err="1"/>
              <a:t>l'icône</a:t>
            </a:r>
            <a:r>
              <a:rPr lang="de-DE" noProof="0"/>
              <a:t> </a:t>
            </a:r>
            <a:r>
              <a:rPr lang="de-DE" noProof="0" err="1"/>
              <a:t>pour</a:t>
            </a:r>
            <a:r>
              <a:rPr lang="de-DE" noProof="0"/>
              <a:t> </a:t>
            </a:r>
            <a:r>
              <a:rPr lang="de-DE" noProof="0" err="1"/>
              <a:t>ajouter</a:t>
            </a:r>
            <a:r>
              <a:rPr lang="de-DE" noProof="0"/>
              <a:t> </a:t>
            </a:r>
            <a:r>
              <a:rPr lang="de-DE" noProof="0" err="1"/>
              <a:t>une</a:t>
            </a:r>
            <a:r>
              <a:rPr lang="de-DE" noProof="0"/>
              <a:t> </a:t>
            </a:r>
            <a:r>
              <a:rPr lang="de-DE" noProof="0" err="1"/>
              <a:t>image</a:t>
            </a:r>
            <a:endParaRPr lang="de-DE" noProof="0"/>
          </a:p>
        </p:txBody>
      </p:sp>
      <p:sp>
        <p:nvSpPr>
          <p:cNvPr id="12" name="Subtitle 2"/>
          <p:cNvSpPr>
            <a:spLocks noGrp="1"/>
          </p:cNvSpPr>
          <p:nvPr>
            <p:ph type="subTitle" idx="1"/>
          </p:nvPr>
        </p:nvSpPr>
        <p:spPr bwMode="ltGray">
          <a:xfrm>
            <a:off x="2" y="7609131"/>
            <a:ext cx="5493498" cy="385878"/>
          </a:xfrm>
          <a:solidFill>
            <a:schemeClr val="accent1"/>
          </a:solidFill>
        </p:spPr>
        <p:txBody>
          <a:bodyPr lIns="396000" tIns="72000" rIns="144000" bIns="162000">
            <a:spAutoFit/>
          </a:bodyPr>
          <a:lstStyle>
            <a:lvl1pPr marL="0" indent="0" algn="l">
              <a:spcAft>
                <a:spcPts val="0"/>
              </a:spcAft>
              <a:buNone/>
              <a:defRPr sz="972" b="1">
                <a:solidFill>
                  <a:srgbClr val="FFFFFF"/>
                </a:solidFill>
              </a:defRPr>
            </a:lvl1pPr>
            <a:lvl2pPr marL="493770" indent="0" algn="ctr">
              <a:buNone/>
              <a:defRPr>
                <a:solidFill>
                  <a:schemeClr val="tx1">
                    <a:tint val="75000"/>
                  </a:schemeClr>
                </a:solidFill>
              </a:defRPr>
            </a:lvl2pPr>
            <a:lvl3pPr marL="987540" indent="0" algn="ctr">
              <a:buNone/>
              <a:defRPr>
                <a:solidFill>
                  <a:schemeClr val="tx1">
                    <a:tint val="75000"/>
                  </a:schemeClr>
                </a:solidFill>
              </a:defRPr>
            </a:lvl3pPr>
            <a:lvl4pPr marL="1481309" indent="0" algn="ctr">
              <a:buNone/>
              <a:defRPr>
                <a:solidFill>
                  <a:schemeClr val="tx1">
                    <a:tint val="75000"/>
                  </a:schemeClr>
                </a:solidFill>
              </a:defRPr>
            </a:lvl4pPr>
            <a:lvl5pPr marL="1975078" indent="0" algn="ctr">
              <a:buNone/>
              <a:defRPr>
                <a:solidFill>
                  <a:schemeClr val="tx1">
                    <a:tint val="75000"/>
                  </a:schemeClr>
                </a:solidFill>
              </a:defRPr>
            </a:lvl5pPr>
            <a:lvl6pPr marL="2468850" indent="0" algn="ctr">
              <a:buNone/>
              <a:defRPr>
                <a:solidFill>
                  <a:schemeClr val="tx1">
                    <a:tint val="75000"/>
                  </a:schemeClr>
                </a:solidFill>
              </a:defRPr>
            </a:lvl6pPr>
            <a:lvl7pPr marL="2962620" indent="0" algn="ctr">
              <a:buNone/>
              <a:defRPr>
                <a:solidFill>
                  <a:schemeClr val="tx1">
                    <a:tint val="75000"/>
                  </a:schemeClr>
                </a:solidFill>
              </a:defRPr>
            </a:lvl7pPr>
            <a:lvl8pPr marL="3456389" indent="0" algn="ctr">
              <a:buNone/>
              <a:defRPr>
                <a:solidFill>
                  <a:schemeClr val="tx1">
                    <a:tint val="75000"/>
                  </a:schemeClr>
                </a:solidFill>
              </a:defRPr>
            </a:lvl8pPr>
            <a:lvl9pPr marL="3950159" indent="0" algn="ctr">
              <a:buNone/>
              <a:defRPr>
                <a:solidFill>
                  <a:schemeClr val="tx1">
                    <a:tint val="75000"/>
                  </a:schemeClr>
                </a:solidFill>
              </a:defRPr>
            </a:lvl9pPr>
          </a:lstStyle>
          <a:p>
            <a:r>
              <a:rPr lang="de-DE" noProof="0" err="1"/>
              <a:t>Modifier</a:t>
            </a:r>
            <a:r>
              <a:rPr lang="de-DE" noProof="0"/>
              <a:t> le style des </a:t>
            </a:r>
            <a:r>
              <a:rPr lang="de-DE" noProof="0" err="1"/>
              <a:t>sous-titres</a:t>
            </a:r>
            <a:r>
              <a:rPr lang="de-DE" noProof="0"/>
              <a:t> du </a:t>
            </a:r>
            <a:r>
              <a:rPr lang="de-DE" noProof="0" err="1"/>
              <a:t>masque</a:t>
            </a:r>
            <a:endParaRPr lang="de-DE" noProof="0"/>
          </a:p>
        </p:txBody>
      </p:sp>
      <p:sp>
        <p:nvSpPr>
          <p:cNvPr id="13" name="Title 1"/>
          <p:cNvSpPr>
            <a:spLocks noGrp="1"/>
          </p:cNvSpPr>
          <p:nvPr>
            <p:ph type="ctrTitle"/>
          </p:nvPr>
        </p:nvSpPr>
        <p:spPr bwMode="ltGray">
          <a:xfrm>
            <a:off x="2" y="7048544"/>
            <a:ext cx="5493498" cy="640898"/>
          </a:xfrm>
          <a:solidFill>
            <a:schemeClr val="accent1"/>
          </a:solidFill>
        </p:spPr>
        <p:txBody>
          <a:bodyPr lIns="396000" tIns="147600" rIns="144000" bIns="118800" anchor="b" anchorCtr="0">
            <a:spAutoFit/>
          </a:bodyPr>
          <a:lstStyle>
            <a:lvl1pPr algn="l">
              <a:lnSpc>
                <a:spcPts val="2915"/>
              </a:lnSpc>
              <a:defRPr sz="2484" baseline="0">
                <a:solidFill>
                  <a:srgbClr val="FFFFFF"/>
                </a:solidFill>
              </a:defRPr>
            </a:lvl1pPr>
          </a:lstStyle>
          <a:p>
            <a:r>
              <a:rPr lang="de-DE" noProof="0" err="1"/>
              <a:t>Modifiez</a:t>
            </a:r>
            <a:r>
              <a:rPr lang="de-DE" noProof="0"/>
              <a:t> le style du </a:t>
            </a:r>
            <a:r>
              <a:rPr lang="de-DE" noProof="0" err="1"/>
              <a:t>titre</a:t>
            </a:r>
            <a:endParaRPr lang="de-DE" noProof="0"/>
          </a:p>
        </p:txBody>
      </p:sp>
      <p:sp>
        <p:nvSpPr>
          <p:cNvPr id="9" name="Status" hidden="1"/>
          <p:cNvSpPr txBox="1">
            <a:spLocks/>
          </p:cNvSpPr>
          <p:nvPr userDrawn="1">
            <p:custDataLst>
              <p:tags r:id="rId3"/>
            </p:custDataLst>
          </p:nvPr>
        </p:nvSpPr>
        <p:spPr bwMode="gray">
          <a:xfrm>
            <a:off x="12369684" y="2359846"/>
            <a:ext cx="431921" cy="182999"/>
          </a:xfrm>
          <a:prstGeom prst="rect">
            <a:avLst/>
          </a:prstGeom>
          <a:solidFill>
            <a:srgbClr val="DFDFDF"/>
          </a:solidFill>
        </p:spPr>
        <p:txBody>
          <a:bodyPr wrap="none" lIns="77760" tIns="0" rIns="349920" bIns="0" rtlCol="0" anchor="ctr">
            <a:spAutoFit/>
          </a:bodyPr>
          <a:lstStyle/>
          <a:p>
            <a:pPr algn="r"/>
            <a:endParaRPr lang="de-DE" sz="1189" cap="none" baseline="0">
              <a:solidFill>
                <a:srgbClr val="000000"/>
              </a:solidFill>
              <a:latin typeface="Arial" panose="020B0604020202020204" pitchFamily="34" charset="0"/>
              <a:cs typeface="Arial" panose="020B0604020202020204" pitchFamily="34" charset="0"/>
            </a:endParaRPr>
          </a:p>
        </p:txBody>
      </p:sp>
      <p:sp>
        <p:nvSpPr>
          <p:cNvPr id="8" name="LogoFrame"/>
          <p:cNvSpPr>
            <a:spLocks/>
          </p:cNvSpPr>
          <p:nvPr userDrawn="1">
            <p:custDataLst>
              <p:tags r:id="rId4"/>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45">
              <a:solidFill>
                <a:schemeClr val="tx1"/>
              </a:solidFill>
            </a:endParaRPr>
          </a:p>
        </p:txBody>
      </p:sp>
      <p:pic>
        <p:nvPicPr>
          <p:cNvPr id="2" name="Image 1"/>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0539275" y="487853"/>
            <a:ext cx="1192198" cy="998022"/>
          </a:xfrm>
          <a:prstGeom prst="rect">
            <a:avLst/>
          </a:prstGeom>
        </p:spPr>
      </p:pic>
    </p:spTree>
    <p:extLst>
      <p:ext uri="{BB962C8B-B14F-4D97-AF65-F5344CB8AC3E}">
        <p14:creationId xmlns:p14="http://schemas.microsoft.com/office/powerpoint/2010/main" val="3454674466"/>
      </p:ext>
    </p:extLst>
  </p:cSld>
  <p:clrMapOvr>
    <a:masterClrMapping/>
  </p:clrMapOvr>
  <p:hf hdr="0" ftr="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Section Header" preserve="1" userDrawn="1">
  <p:cSld name="Section Header">
    <p:bg>
      <p:bgPr>
        <a:solidFill>
          <a:schemeClr val="accent1"/>
        </a:solidFill>
        <a:effectLst/>
      </p:bgPr>
    </p:bg>
    <p:spTree>
      <p:nvGrpSpPr>
        <p:cNvPr id="1" name=""/>
        <p:cNvGrpSpPr/>
        <p:nvPr/>
      </p:nvGrpSpPr>
      <p:grpSpPr>
        <a:xfrm>
          <a:off x="0" y="0"/>
          <a:ext cx="0" cy="0"/>
          <a:chOff x="0" y="0"/>
          <a:chExt cx="0" cy="0"/>
        </a:xfrm>
      </p:grpSpPr>
      <p:sp>
        <p:nvSpPr>
          <p:cNvPr id="8" name="EcoBackground" hidden="1"/>
          <p:cNvSpPr/>
          <p:nvPr userDrawn="1">
            <p:custDataLst>
              <p:tags r:id="rId2"/>
            </p:custDataLst>
          </p:nvPr>
        </p:nvSpPr>
        <p:spPr bwMode="gray">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45">
              <a:solidFill>
                <a:srgbClr val="FFFFFF"/>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3"/>
            </p:custDataLst>
          </p:nvPr>
        </p:nvSpPr>
        <p:spPr>
          <a:xfrm>
            <a:off x="351156" y="3084922"/>
            <a:ext cx="8065453" cy="1715678"/>
          </a:xfrm>
        </p:spPr>
        <p:txBody>
          <a:bodyPr lIns="36000" anchor="b" anchorCtr="0">
            <a:noAutofit/>
          </a:bodyPr>
          <a:lstStyle>
            <a:lvl1pPr algn="l">
              <a:defRPr sz="3457" b="0" cap="none" baseline="0">
                <a:solidFill>
                  <a:srgbClr val="FFFFFF"/>
                </a:solidFill>
              </a:defRPr>
            </a:lvl1pPr>
          </a:lstStyle>
          <a:p>
            <a:r>
              <a:rPr lang="de-DE" err="1"/>
              <a:t>Modifiez</a:t>
            </a:r>
            <a:r>
              <a:rPr lang="de-DE"/>
              <a:t> le style du </a:t>
            </a:r>
            <a:r>
              <a:rPr lang="de-DE" err="1"/>
              <a:t>titre</a:t>
            </a:r>
            <a:endParaRPr lang="de-DE"/>
          </a:p>
        </p:txBody>
      </p:sp>
      <p:sp>
        <p:nvSpPr>
          <p:cNvPr id="4" name="Hider"/>
          <p:cNvSpPr/>
          <p:nvPr userDrawn="1"/>
        </p:nvSpPr>
        <p:spPr bwMode="white">
          <a:xfrm>
            <a:off x="0" y="8308829"/>
            <a:ext cx="12801600" cy="129237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45"/>
          </a:p>
        </p:txBody>
      </p:sp>
      <p:sp>
        <p:nvSpPr>
          <p:cNvPr id="9" name="Status" hidden="1"/>
          <p:cNvSpPr txBox="1">
            <a:spLocks/>
          </p:cNvSpPr>
          <p:nvPr userDrawn="1">
            <p:custDataLst>
              <p:tags r:id="rId4"/>
            </p:custDataLst>
          </p:nvPr>
        </p:nvSpPr>
        <p:spPr bwMode="gray">
          <a:xfrm>
            <a:off x="12369684" y="2359846"/>
            <a:ext cx="431921" cy="182999"/>
          </a:xfrm>
          <a:prstGeom prst="rect">
            <a:avLst/>
          </a:prstGeom>
          <a:solidFill>
            <a:srgbClr val="DFDFDF"/>
          </a:solidFill>
        </p:spPr>
        <p:txBody>
          <a:bodyPr wrap="none" lIns="77760" tIns="0" rIns="349920" bIns="0" rtlCol="0" anchor="ctr">
            <a:spAutoFit/>
          </a:bodyPr>
          <a:lstStyle/>
          <a:p>
            <a:pPr algn="r"/>
            <a:endParaRPr lang="de-DE" sz="1189" cap="none" baseline="0">
              <a:solidFill>
                <a:srgbClr val="000000"/>
              </a:solidFill>
              <a:latin typeface="Arial" panose="020B0604020202020204" pitchFamily="34" charset="0"/>
              <a:cs typeface="Arial" panose="020B0604020202020204" pitchFamily="34" charset="0"/>
            </a:endParaRPr>
          </a:p>
        </p:txBody>
      </p:sp>
      <p:pic>
        <p:nvPicPr>
          <p:cNvPr id="3" name="Image 2"/>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1410560" y="8625084"/>
            <a:ext cx="818676" cy="685338"/>
          </a:xfrm>
          <a:prstGeom prst="rect">
            <a:avLst/>
          </a:prstGeom>
        </p:spPr>
      </p:pic>
    </p:spTree>
    <p:extLst>
      <p:ext uri="{BB962C8B-B14F-4D97-AF65-F5344CB8AC3E}">
        <p14:creationId xmlns:p14="http://schemas.microsoft.com/office/powerpoint/2010/main" val="1936384760"/>
      </p:ext>
    </p:extLst>
  </p:cSld>
  <p:clrMapOvr>
    <a:masterClrMapping/>
  </p:clrMapOvr>
  <p:hf hdr="0" ftr="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Section Header with Image" preserve="1" userDrawn="1">
  <p:cSld name="Section Header with Image">
    <p:bg>
      <p:bgPr>
        <a:solidFill>
          <a:schemeClr val="accent1"/>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0"/>
            <p:custDataLst>
              <p:tags r:id="rId2"/>
            </p:custDataLst>
          </p:nvPr>
        </p:nvSpPr>
        <p:spPr>
          <a:xfrm>
            <a:off x="0" y="0"/>
            <a:ext cx="12801600" cy="8308829"/>
          </a:xfrm>
        </p:spPr>
        <p:txBody>
          <a:bodyPr lIns="0" tIns="0" bIns="468000" anchor="ctr" anchorCtr="0"/>
          <a:lstStyle>
            <a:lvl1pPr marL="0" indent="0" algn="ctr">
              <a:buNone/>
              <a:defRPr>
                <a:solidFill>
                  <a:schemeClr val="accent1"/>
                </a:solidFill>
              </a:defRPr>
            </a:lvl1pPr>
          </a:lstStyle>
          <a:p>
            <a:r>
              <a:rPr lang="de-DE" noProof="0" err="1"/>
              <a:t>Cliquez</a:t>
            </a:r>
            <a:r>
              <a:rPr lang="de-DE" noProof="0"/>
              <a:t> </a:t>
            </a:r>
            <a:r>
              <a:rPr lang="de-DE" noProof="0" err="1"/>
              <a:t>sur</a:t>
            </a:r>
            <a:r>
              <a:rPr lang="de-DE" noProof="0"/>
              <a:t> </a:t>
            </a:r>
            <a:r>
              <a:rPr lang="de-DE" noProof="0" err="1"/>
              <a:t>l'icône</a:t>
            </a:r>
            <a:r>
              <a:rPr lang="de-DE" noProof="0"/>
              <a:t> </a:t>
            </a:r>
            <a:r>
              <a:rPr lang="de-DE" noProof="0" err="1"/>
              <a:t>pour</a:t>
            </a:r>
            <a:r>
              <a:rPr lang="de-DE" noProof="0"/>
              <a:t> </a:t>
            </a:r>
            <a:r>
              <a:rPr lang="de-DE" noProof="0" err="1"/>
              <a:t>ajouter</a:t>
            </a:r>
            <a:r>
              <a:rPr lang="de-DE" noProof="0"/>
              <a:t> </a:t>
            </a:r>
            <a:r>
              <a:rPr lang="de-DE" noProof="0" err="1"/>
              <a:t>une</a:t>
            </a:r>
            <a:r>
              <a:rPr lang="de-DE" noProof="0"/>
              <a:t> </a:t>
            </a:r>
            <a:r>
              <a:rPr lang="de-DE" noProof="0" err="1"/>
              <a:t>image</a:t>
            </a:r>
            <a:endParaRPr lang="de-DE" noProof="0"/>
          </a:p>
        </p:txBody>
      </p:sp>
      <p:sp>
        <p:nvSpPr>
          <p:cNvPr id="13" name="EcoBackground" hidden="1"/>
          <p:cNvSpPr/>
          <p:nvPr userDrawn="1">
            <p:custDataLst>
              <p:tags r:id="rId3"/>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45" noProof="0"/>
          </a:p>
        </p:txBody>
      </p:sp>
      <p:sp>
        <p:nvSpPr>
          <p:cNvPr id="6" name="Hider"/>
          <p:cNvSpPr/>
          <p:nvPr userDrawn="1"/>
        </p:nvSpPr>
        <p:spPr bwMode="white">
          <a:xfrm>
            <a:off x="0" y="8308829"/>
            <a:ext cx="12801600" cy="129237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45" noProof="0"/>
          </a:p>
        </p:txBody>
      </p:sp>
      <p:sp>
        <p:nvSpPr>
          <p:cNvPr id="10" name="Status" hidden="1"/>
          <p:cNvSpPr txBox="1">
            <a:spLocks/>
          </p:cNvSpPr>
          <p:nvPr userDrawn="1">
            <p:custDataLst>
              <p:tags r:id="rId4"/>
            </p:custDataLst>
          </p:nvPr>
        </p:nvSpPr>
        <p:spPr bwMode="gray">
          <a:xfrm>
            <a:off x="12369684" y="2359846"/>
            <a:ext cx="431921" cy="182999"/>
          </a:xfrm>
          <a:prstGeom prst="rect">
            <a:avLst/>
          </a:prstGeom>
          <a:solidFill>
            <a:srgbClr val="DFDFDF"/>
          </a:solidFill>
        </p:spPr>
        <p:txBody>
          <a:bodyPr wrap="none" lIns="77760" tIns="0" rIns="349920" bIns="0" rtlCol="0" anchor="ctr">
            <a:spAutoFit/>
          </a:bodyPr>
          <a:lstStyle/>
          <a:p>
            <a:pPr algn="r"/>
            <a:endParaRPr lang="de-DE" sz="1189" cap="none" baseline="0">
              <a:solidFill>
                <a:srgbClr val="000000"/>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5"/>
            </p:custDataLst>
          </p:nvPr>
        </p:nvSpPr>
        <p:spPr bwMode="ltGray">
          <a:xfrm>
            <a:off x="0" y="3643987"/>
            <a:ext cx="5493600" cy="673097"/>
          </a:xfrm>
          <a:solidFill>
            <a:schemeClr val="accent1"/>
          </a:solidFill>
        </p:spPr>
        <p:txBody>
          <a:bodyPr lIns="396000" tIns="144000" bIns="144000" anchor="ctr" anchorCtr="0">
            <a:spAutoFit/>
          </a:bodyPr>
          <a:lstStyle>
            <a:lvl1pPr algn="l">
              <a:defRPr sz="2484" b="0" cap="none" baseline="0">
                <a:solidFill>
                  <a:srgbClr val="FFFFFF"/>
                </a:solidFill>
              </a:defRPr>
            </a:lvl1pPr>
          </a:lstStyle>
          <a:p>
            <a:r>
              <a:rPr lang="de-DE" noProof="0" err="1"/>
              <a:t>Modifiez</a:t>
            </a:r>
            <a:r>
              <a:rPr lang="de-DE" noProof="0"/>
              <a:t> le style du </a:t>
            </a:r>
            <a:r>
              <a:rPr lang="de-DE" noProof="0" err="1"/>
              <a:t>titre</a:t>
            </a:r>
            <a:endParaRPr lang="de-DE" noProof="0"/>
          </a:p>
        </p:txBody>
      </p:sp>
      <p:pic>
        <p:nvPicPr>
          <p:cNvPr id="3" name="Image 2"/>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1410560" y="8625084"/>
            <a:ext cx="818676" cy="685338"/>
          </a:xfrm>
          <a:prstGeom prst="rect">
            <a:avLst/>
          </a:prstGeom>
        </p:spPr>
      </p:pic>
    </p:spTree>
    <p:extLst>
      <p:ext uri="{BB962C8B-B14F-4D97-AF65-F5344CB8AC3E}">
        <p14:creationId xmlns:p14="http://schemas.microsoft.com/office/powerpoint/2010/main" val="96282495"/>
      </p:ext>
    </p:extLst>
  </p:cSld>
  <p:clrMapOvr>
    <a:masterClrMapping/>
  </p:clrMapOvr>
  <p:hf hdr="0" ftr="0"/>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Image and Content 2/3 - 1/3" preserve="1" userDrawn="1">
  <p:cSld name="Image and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
        <p:nvSpPr>
          <p:cNvPr id="7" name="Picture Placeholder 6"/>
          <p:cNvSpPr>
            <a:spLocks noGrp="1"/>
          </p:cNvSpPr>
          <p:nvPr>
            <p:ph type="pic" sz="quarter" idx="12"/>
          </p:nvPr>
        </p:nvSpPr>
        <p:spPr>
          <a:xfrm>
            <a:off x="351156" y="2624328"/>
            <a:ext cx="8065453" cy="6048756"/>
          </a:xfrm>
        </p:spPr>
        <p:txBody>
          <a:bodyPr lIns="0" bIns="432000" anchor="ctr" anchorCtr="0"/>
          <a:lstStyle>
            <a:lvl1pPr marL="0" indent="0" algn="ctr">
              <a:buNone/>
              <a:defRPr>
                <a:solidFill>
                  <a:srgbClr val="808080"/>
                </a:solidFill>
              </a:defRPr>
            </a:lvl1pPr>
          </a:lstStyle>
          <a:p>
            <a:r>
              <a:rPr lang="de-DE" err="1"/>
              <a:t>Cliquez</a:t>
            </a:r>
            <a:r>
              <a:rPr lang="de-DE"/>
              <a:t> </a:t>
            </a:r>
            <a:r>
              <a:rPr lang="de-DE" err="1"/>
              <a:t>sur</a:t>
            </a:r>
            <a:r>
              <a:rPr lang="de-DE"/>
              <a:t> </a:t>
            </a:r>
            <a:r>
              <a:rPr lang="de-DE" err="1"/>
              <a:t>l'icône</a:t>
            </a:r>
            <a:r>
              <a:rPr lang="de-DE"/>
              <a:t> </a:t>
            </a:r>
            <a:r>
              <a:rPr lang="de-DE" err="1"/>
              <a:t>pour</a:t>
            </a:r>
            <a:r>
              <a:rPr lang="de-DE"/>
              <a:t> </a:t>
            </a:r>
            <a:r>
              <a:rPr lang="de-DE" err="1"/>
              <a:t>ajouter</a:t>
            </a:r>
            <a:r>
              <a:rPr lang="de-DE"/>
              <a:t> </a:t>
            </a:r>
            <a:r>
              <a:rPr lang="de-DE" err="1"/>
              <a:t>une</a:t>
            </a:r>
            <a:r>
              <a:rPr lang="de-DE"/>
              <a:t> </a:t>
            </a:r>
            <a:r>
              <a:rPr lang="de-DE" err="1"/>
              <a:t>image</a:t>
            </a:r>
            <a:endParaRPr lang="de-DE"/>
          </a:p>
        </p:txBody>
      </p:sp>
      <p:sp>
        <p:nvSpPr>
          <p:cNvPr id="9" name="Content Placeholder 8"/>
          <p:cNvSpPr>
            <a:spLocks noGrp="1"/>
          </p:cNvSpPr>
          <p:nvPr>
            <p:ph sz="quarter" idx="13"/>
          </p:nvPr>
        </p:nvSpPr>
        <p:spPr>
          <a:xfrm>
            <a:off x="8517839" y="2624328"/>
            <a:ext cx="3830376" cy="6048756"/>
          </a:xfrm>
        </p:spPr>
        <p:txBody>
          <a:bodyPr/>
          <a:lstStyle>
            <a:lvl1pPr>
              <a:defRPr sz="1728"/>
            </a:lvl1pPr>
            <a:lvl2pPr>
              <a:defRPr sz="1620"/>
            </a:lvl2pPr>
            <a:lvl3pPr>
              <a:defRPr sz="1512"/>
            </a:lvl3pPr>
            <a:lvl4pPr>
              <a:defRPr sz="1404"/>
            </a:lvl4pPr>
            <a:lvl5pPr>
              <a:defRPr sz="1296"/>
            </a:lvl5p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Tree>
    <p:extLst>
      <p:ext uri="{BB962C8B-B14F-4D97-AF65-F5344CB8AC3E}">
        <p14:creationId xmlns:p14="http://schemas.microsoft.com/office/powerpoint/2010/main" val="1180356111"/>
      </p:ext>
    </p:extLst>
  </p:cSld>
  <p:clrMapOvr>
    <a:masterClrMapping/>
  </p:clrMapOvr>
  <p:hf hdr="0" ftr="0"/>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Image and Content 1/3 - 2/3" preserve="1" userDrawn="1">
  <p:cSld name="Image and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
        <p:nvSpPr>
          <p:cNvPr id="4" name="Picture Placeholder 3"/>
          <p:cNvSpPr>
            <a:spLocks noGrp="1"/>
          </p:cNvSpPr>
          <p:nvPr>
            <p:ph type="pic" sz="quarter" idx="13"/>
          </p:nvPr>
        </p:nvSpPr>
        <p:spPr>
          <a:xfrm>
            <a:off x="351152" y="2624334"/>
            <a:ext cx="3931200" cy="6048755"/>
          </a:xfrm>
        </p:spPr>
        <p:txBody>
          <a:bodyPr lIns="0" bIns="432000" anchor="ctr" anchorCtr="0"/>
          <a:lstStyle>
            <a:lvl1pPr marL="0" indent="0" algn="ctr">
              <a:buNone/>
              <a:defRPr>
                <a:solidFill>
                  <a:srgbClr val="808080"/>
                </a:solidFill>
              </a:defRPr>
            </a:lvl1pPr>
          </a:lstStyle>
          <a:p>
            <a:r>
              <a:rPr lang="de-DE" err="1"/>
              <a:t>Cliquez</a:t>
            </a:r>
            <a:r>
              <a:rPr lang="de-DE"/>
              <a:t> </a:t>
            </a:r>
            <a:r>
              <a:rPr lang="de-DE" err="1"/>
              <a:t>sur</a:t>
            </a:r>
            <a:r>
              <a:rPr lang="de-DE"/>
              <a:t> </a:t>
            </a:r>
            <a:r>
              <a:rPr lang="de-DE" err="1"/>
              <a:t>l'icône</a:t>
            </a:r>
            <a:r>
              <a:rPr lang="de-DE"/>
              <a:t> </a:t>
            </a:r>
            <a:r>
              <a:rPr lang="de-DE" err="1"/>
              <a:t>pour</a:t>
            </a:r>
            <a:r>
              <a:rPr lang="de-DE"/>
              <a:t> </a:t>
            </a:r>
            <a:r>
              <a:rPr lang="de-DE" err="1"/>
              <a:t>ajouter</a:t>
            </a:r>
            <a:r>
              <a:rPr lang="de-DE"/>
              <a:t> </a:t>
            </a:r>
            <a:r>
              <a:rPr lang="de-DE" err="1"/>
              <a:t>une</a:t>
            </a:r>
            <a:r>
              <a:rPr lang="de-DE"/>
              <a:t> </a:t>
            </a:r>
            <a:r>
              <a:rPr lang="de-DE" err="1"/>
              <a:t>image</a:t>
            </a:r>
            <a:endParaRPr lang="de-DE"/>
          </a:p>
        </p:txBody>
      </p:sp>
      <p:sp>
        <p:nvSpPr>
          <p:cNvPr id="8" name="Content Placeholder 7"/>
          <p:cNvSpPr>
            <a:spLocks noGrp="1"/>
          </p:cNvSpPr>
          <p:nvPr>
            <p:ph sz="quarter" idx="14"/>
          </p:nvPr>
        </p:nvSpPr>
        <p:spPr>
          <a:xfrm>
            <a:off x="4384997" y="2624328"/>
            <a:ext cx="7963218" cy="6048753"/>
          </a:xfrm>
        </p:spPr>
        <p:txBody>
          <a:body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Tree>
    <p:extLst>
      <p:ext uri="{BB962C8B-B14F-4D97-AF65-F5344CB8AC3E}">
        <p14:creationId xmlns:p14="http://schemas.microsoft.com/office/powerpoint/2010/main" val="1740477649"/>
      </p:ext>
    </p:extLst>
  </p:cSld>
  <p:clrMapOvr>
    <a:masterClrMapping/>
  </p:clrMapOvr>
  <p:hf hdr="0" ftr="0"/>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wo Content 1/3 - 2/3" preserve="1" userDrawn="1">
  <p:cSld name="Two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
        <p:nvSpPr>
          <p:cNvPr id="9" name="Content Placeholder 8"/>
          <p:cNvSpPr>
            <a:spLocks noGrp="1"/>
          </p:cNvSpPr>
          <p:nvPr>
            <p:ph sz="quarter" idx="13"/>
          </p:nvPr>
        </p:nvSpPr>
        <p:spPr>
          <a:xfrm>
            <a:off x="5189539" y="2624328"/>
            <a:ext cx="7158673" cy="6048756"/>
          </a:xfrm>
        </p:spPr>
        <p:txBody>
          <a:body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
        <p:nvSpPr>
          <p:cNvPr id="10" name="Content Placeholder 8"/>
          <p:cNvSpPr>
            <a:spLocks noGrp="1"/>
          </p:cNvSpPr>
          <p:nvPr>
            <p:ph sz="quarter" idx="14"/>
          </p:nvPr>
        </p:nvSpPr>
        <p:spPr>
          <a:xfrm>
            <a:off x="351159" y="2624328"/>
            <a:ext cx="4033839" cy="6048756"/>
          </a:xfrm>
        </p:spPr>
        <p:txBody>
          <a:body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Tree>
    <p:extLst>
      <p:ext uri="{BB962C8B-B14F-4D97-AF65-F5344CB8AC3E}">
        <p14:creationId xmlns:p14="http://schemas.microsoft.com/office/powerpoint/2010/main" val="659677746"/>
      </p:ext>
    </p:extLst>
  </p:cSld>
  <p:clrMapOvr>
    <a:masterClrMapping/>
  </p:clrMapOvr>
  <p:hf hdr="0" ftr="0"/>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wo Content 2/3 - 1/3" preserve="1" userDrawn="1">
  <p:cSld name="Two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
        <p:nvSpPr>
          <p:cNvPr id="9" name="Content Placeholder 8"/>
          <p:cNvSpPr>
            <a:spLocks noGrp="1"/>
          </p:cNvSpPr>
          <p:nvPr>
            <p:ph sz="quarter" idx="13"/>
          </p:nvPr>
        </p:nvSpPr>
        <p:spPr>
          <a:xfrm>
            <a:off x="351155" y="2624328"/>
            <a:ext cx="7259934" cy="6048756"/>
          </a:xfrm>
        </p:spPr>
        <p:txBody>
          <a:body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
        <p:nvSpPr>
          <p:cNvPr id="10" name="Content Placeholder 8"/>
          <p:cNvSpPr>
            <a:spLocks noGrp="1"/>
          </p:cNvSpPr>
          <p:nvPr>
            <p:ph sz="quarter" idx="14"/>
          </p:nvPr>
        </p:nvSpPr>
        <p:spPr>
          <a:xfrm>
            <a:off x="8416613" y="2624328"/>
            <a:ext cx="3931602" cy="6048756"/>
          </a:xfrm>
        </p:spPr>
        <p:txBody>
          <a:bodyPr/>
          <a:lstStyle>
            <a:lvl1pPr>
              <a:defRPr sz="1728"/>
            </a:lvl1pPr>
            <a:lvl2pPr>
              <a:defRPr sz="1620"/>
            </a:lvl2pPr>
            <a:lvl3pPr>
              <a:defRPr sz="1512"/>
            </a:lvl3pPr>
            <a:lvl4pPr>
              <a:defRPr sz="1404"/>
            </a:lvl4pPr>
            <a:lvl5pPr>
              <a:defRPr sz="1296"/>
            </a:lvl5p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Tree>
    <p:extLst>
      <p:ext uri="{BB962C8B-B14F-4D97-AF65-F5344CB8AC3E}">
        <p14:creationId xmlns:p14="http://schemas.microsoft.com/office/powerpoint/2010/main" val="3629647861"/>
      </p:ext>
    </p:extLst>
  </p:cSld>
  <p:clrMapOvr>
    <a:masterClrMapping/>
  </p:clrMapOvr>
  <p:hf hdr="0" ftr="0"/>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full width Content" preserve="1" userDrawn="1">
  <p:cSld name="Title and full width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
        <p:nvSpPr>
          <p:cNvPr id="5" name="Content Placeholder 4"/>
          <p:cNvSpPr>
            <a:spLocks noGrp="1"/>
          </p:cNvSpPr>
          <p:nvPr>
            <p:ph sz="quarter" idx="12"/>
          </p:nvPr>
        </p:nvSpPr>
        <p:spPr>
          <a:xfrm>
            <a:off x="351158" y="2624327"/>
            <a:ext cx="11997057" cy="6048756"/>
          </a:xfrm>
        </p:spPr>
        <p:txBody>
          <a:bodyPr/>
          <a:lstStyle/>
          <a:p>
            <a:pPr lvl="0"/>
            <a:r>
              <a:rPr lang="de-DE" err="1"/>
              <a:t>Modifier</a:t>
            </a:r>
            <a:r>
              <a:rPr lang="de-DE"/>
              <a:t> les </a:t>
            </a:r>
            <a:r>
              <a:rPr lang="de-DE" err="1"/>
              <a:t>styles</a:t>
            </a:r>
            <a:r>
              <a:rPr lang="de-DE"/>
              <a:t> du texte du </a:t>
            </a:r>
            <a:r>
              <a:rPr lang="de-DE" err="1"/>
              <a:t>masque</a:t>
            </a:r>
            <a:endParaRPr lang="de-DE"/>
          </a:p>
          <a:p>
            <a:pPr lvl="1"/>
            <a:r>
              <a:rPr lang="de-DE" err="1"/>
              <a:t>Deuxième</a:t>
            </a:r>
            <a:r>
              <a:rPr lang="de-DE"/>
              <a:t> </a:t>
            </a:r>
            <a:r>
              <a:rPr lang="de-DE" err="1"/>
              <a:t>niveau</a:t>
            </a:r>
            <a:endParaRPr lang="de-DE"/>
          </a:p>
          <a:p>
            <a:pPr lvl="2"/>
            <a:r>
              <a:rPr lang="de-DE" err="1"/>
              <a:t>Troisième</a:t>
            </a:r>
            <a:r>
              <a:rPr lang="de-DE"/>
              <a:t> </a:t>
            </a:r>
            <a:r>
              <a:rPr lang="de-DE" err="1"/>
              <a:t>niveau</a:t>
            </a:r>
            <a:endParaRPr lang="de-DE"/>
          </a:p>
          <a:p>
            <a:pPr lvl="3"/>
            <a:r>
              <a:rPr lang="de-DE" err="1"/>
              <a:t>Quatrième</a:t>
            </a:r>
            <a:r>
              <a:rPr lang="de-DE"/>
              <a:t> </a:t>
            </a:r>
            <a:r>
              <a:rPr lang="de-DE" err="1"/>
              <a:t>niveau</a:t>
            </a:r>
            <a:endParaRPr lang="de-DE"/>
          </a:p>
          <a:p>
            <a:pPr lvl="4"/>
            <a:r>
              <a:rPr lang="de-DE" err="1"/>
              <a:t>Cinquième</a:t>
            </a:r>
            <a:r>
              <a:rPr lang="de-DE"/>
              <a:t> </a:t>
            </a:r>
            <a:r>
              <a:rPr lang="de-DE" err="1"/>
              <a:t>niveau</a:t>
            </a:r>
            <a:endParaRPr lang="de-DE"/>
          </a:p>
        </p:txBody>
      </p:sp>
    </p:spTree>
    <p:extLst>
      <p:ext uri="{BB962C8B-B14F-4D97-AF65-F5344CB8AC3E}">
        <p14:creationId xmlns:p14="http://schemas.microsoft.com/office/powerpoint/2010/main" val="151867497"/>
      </p:ext>
    </p:extLst>
  </p:cSld>
  <p:clrMapOvr>
    <a:masterClrMapping/>
  </p:clrMapOvr>
  <p:hf hdr="0" ftr="0"/>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Key Message" preserve="1" userDrawn="1">
  <p:cSld name="Key Message">
    <p:spTree>
      <p:nvGrpSpPr>
        <p:cNvPr id="1" name=""/>
        <p:cNvGrpSpPr/>
        <p:nvPr/>
      </p:nvGrpSpPr>
      <p:grpSpPr>
        <a:xfrm>
          <a:off x="0" y="0"/>
          <a:ext cx="0" cy="0"/>
          <a:chOff x="0" y="0"/>
          <a:chExt cx="0" cy="0"/>
        </a:xfrm>
      </p:grpSpPr>
      <p:sp>
        <p:nvSpPr>
          <p:cNvPr id="2" name="Title 1"/>
          <p:cNvSpPr>
            <a:spLocks noGrp="1"/>
          </p:cNvSpPr>
          <p:nvPr>
            <p:ph type="title"/>
          </p:nvPr>
        </p:nvSpPr>
        <p:spPr>
          <a:xfrm>
            <a:off x="351158" y="203611"/>
            <a:ext cx="10081260" cy="888374"/>
          </a:xfrm>
        </p:spPr>
        <p:txBody>
          <a:bodyPr>
            <a:noAutofit/>
          </a:bodyPr>
          <a:lstStyle>
            <a:lvl1pPr>
              <a:defRPr>
                <a:solidFill>
                  <a:schemeClr val="accent1"/>
                </a:solidFill>
              </a:defRPr>
            </a:lvl1pPr>
          </a:lstStyle>
          <a:p>
            <a:r>
              <a:rPr lang="de-DE" err="1"/>
              <a:t>Modifiez</a:t>
            </a:r>
            <a:r>
              <a:rPr lang="de-DE"/>
              <a:t> le style du </a:t>
            </a:r>
            <a:r>
              <a:rPr lang="de-DE" err="1"/>
              <a:t>titre</a:t>
            </a:r>
            <a:endParaRPr lang="de-DE"/>
          </a:p>
        </p:txBody>
      </p:sp>
      <p:sp>
        <p:nvSpPr>
          <p:cNvPr id="6" name="Table Placeholder 5"/>
          <p:cNvSpPr>
            <a:spLocks noGrp="1"/>
          </p:cNvSpPr>
          <p:nvPr>
            <p:ph type="tbl" sz="quarter" idx="12"/>
          </p:nvPr>
        </p:nvSpPr>
        <p:spPr>
          <a:xfrm>
            <a:off x="4485009" y="1720216"/>
            <a:ext cx="7863205" cy="6710172"/>
          </a:xfrm>
        </p:spPr>
        <p:txBody>
          <a:bodyPr bIns="432000" anchor="ctr" anchorCtr="0"/>
          <a:lstStyle>
            <a:lvl1pPr marL="0" indent="0" algn="ctr">
              <a:buNone/>
              <a:defRPr>
                <a:solidFill>
                  <a:srgbClr val="808080"/>
                </a:solidFill>
              </a:defRPr>
            </a:lvl1pPr>
          </a:lstStyle>
          <a:p>
            <a:r>
              <a:rPr lang="de-DE" err="1"/>
              <a:t>Cliquez</a:t>
            </a:r>
            <a:r>
              <a:rPr lang="de-DE"/>
              <a:t> </a:t>
            </a:r>
            <a:r>
              <a:rPr lang="de-DE" err="1"/>
              <a:t>sur</a:t>
            </a:r>
            <a:r>
              <a:rPr lang="de-DE"/>
              <a:t> </a:t>
            </a:r>
            <a:r>
              <a:rPr lang="de-DE" err="1"/>
              <a:t>l'icône</a:t>
            </a:r>
            <a:r>
              <a:rPr lang="de-DE"/>
              <a:t> </a:t>
            </a:r>
            <a:r>
              <a:rPr lang="de-DE" err="1"/>
              <a:t>pour</a:t>
            </a:r>
            <a:r>
              <a:rPr lang="de-DE"/>
              <a:t> </a:t>
            </a:r>
            <a:r>
              <a:rPr lang="de-DE" err="1"/>
              <a:t>ajouter</a:t>
            </a:r>
            <a:r>
              <a:rPr lang="de-DE"/>
              <a:t> </a:t>
            </a:r>
            <a:r>
              <a:rPr lang="de-DE" err="1"/>
              <a:t>un</a:t>
            </a:r>
            <a:r>
              <a:rPr lang="de-DE"/>
              <a:t> </a:t>
            </a:r>
            <a:r>
              <a:rPr lang="de-DE" err="1"/>
              <a:t>tableau</a:t>
            </a:r>
            <a:endParaRPr lang="de-DE"/>
          </a:p>
        </p:txBody>
      </p:sp>
      <p:sp>
        <p:nvSpPr>
          <p:cNvPr id="8" name="Text Placeholder 6"/>
          <p:cNvSpPr>
            <a:spLocks noGrp="1"/>
          </p:cNvSpPr>
          <p:nvPr>
            <p:ph type="body" sz="quarter" idx="13"/>
          </p:nvPr>
        </p:nvSpPr>
        <p:spPr bwMode="ltGray">
          <a:xfrm>
            <a:off x="444502" y="1719304"/>
            <a:ext cx="3831799" cy="677219"/>
          </a:xfrm>
          <a:solidFill>
            <a:schemeClr val="accent1"/>
          </a:solidFill>
        </p:spPr>
        <p:txBody>
          <a:bodyPr lIns="108000" tIns="72000" rIns="108000" bIns="72000" anchor="t" anchorCtr="0">
            <a:spAutoFit/>
          </a:bodyPr>
          <a:lstStyle>
            <a:lvl1pPr marL="0" indent="0">
              <a:spcAft>
                <a:spcPts val="0"/>
              </a:spcAft>
              <a:buNone/>
              <a:defRPr b="1">
                <a:solidFill>
                  <a:srgbClr val="FFFFFF"/>
                </a:solidFill>
              </a:defRPr>
            </a:lvl1pPr>
          </a:lstStyle>
          <a:p>
            <a:pPr lvl="0"/>
            <a:r>
              <a:rPr lang="de-DE" err="1"/>
              <a:t>Modifier</a:t>
            </a:r>
            <a:r>
              <a:rPr lang="de-DE"/>
              <a:t> les </a:t>
            </a:r>
            <a:r>
              <a:rPr lang="de-DE" err="1"/>
              <a:t>styles</a:t>
            </a:r>
            <a:r>
              <a:rPr lang="de-DE"/>
              <a:t> du texte du </a:t>
            </a:r>
            <a:r>
              <a:rPr lang="de-DE" err="1"/>
              <a:t>masque</a:t>
            </a:r>
            <a:endParaRPr lang="de-DE"/>
          </a:p>
        </p:txBody>
      </p:sp>
    </p:spTree>
    <p:extLst>
      <p:ext uri="{BB962C8B-B14F-4D97-AF65-F5344CB8AC3E}">
        <p14:creationId xmlns:p14="http://schemas.microsoft.com/office/powerpoint/2010/main" val="2057621000"/>
      </p:ext>
    </p:extLst>
  </p:cSld>
  <p:clrMapOvr>
    <a:masterClrMapping/>
  </p:clrMapOvr>
  <p:hf hdr="0" ftr="0"/>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Tree>
    <p:extLst>
      <p:ext uri="{BB962C8B-B14F-4D97-AF65-F5344CB8AC3E}">
        <p14:creationId xmlns:p14="http://schemas.microsoft.com/office/powerpoint/2010/main" val="2831227447"/>
      </p:ext>
    </p:extLst>
  </p:cSld>
  <p:clrMapOvr>
    <a:masterClrMapping/>
  </p:clrMapOvr>
  <p:hf hdr="0" ftr="0"/>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Agenda" type="titleOnly" preserve="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err="1"/>
              <a:t>Modifiez</a:t>
            </a:r>
            <a:r>
              <a:rPr lang="de-DE"/>
              <a:t> le style du </a:t>
            </a:r>
            <a:r>
              <a:rPr lang="de-DE" err="1"/>
              <a:t>titre</a:t>
            </a:r>
            <a:endParaRPr lang="de-DE"/>
          </a:p>
        </p:txBody>
      </p:sp>
    </p:spTree>
    <p:extLst>
      <p:ext uri="{BB962C8B-B14F-4D97-AF65-F5344CB8AC3E}">
        <p14:creationId xmlns:p14="http://schemas.microsoft.com/office/powerpoint/2010/main" val="1470904182"/>
      </p:ext>
    </p:extLst>
  </p:cSld>
  <p:clrMapOvr>
    <a:masterClrMapping/>
  </p:clrMapOvr>
  <p:hf hdr="0" ftr="0"/>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1489996"/>
      </p:ext>
    </p:extLst>
  </p:cSld>
  <p:clrMapOvr>
    <a:masterClrMapping/>
  </p:clrMapOvr>
  <p:hf hdr="0" ftr="0"/>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matchingName="Closing" preserve="1" userDrawn="1">
  <p:cSld name="Closing">
    <p:bg>
      <p:bgPr>
        <a:solidFill>
          <a:srgbClr val="D82034"/>
        </a:solidFill>
        <a:effectLst/>
      </p:bgPr>
    </p:bg>
    <p:spTree>
      <p:nvGrpSpPr>
        <p:cNvPr id="1" name=""/>
        <p:cNvGrpSpPr/>
        <p:nvPr/>
      </p:nvGrpSpPr>
      <p:grpSpPr>
        <a:xfrm>
          <a:off x="0" y="0"/>
          <a:ext cx="0" cy="0"/>
          <a:chOff x="0" y="0"/>
          <a:chExt cx="0" cy="0"/>
        </a:xfrm>
      </p:grpSpPr>
      <p:sp>
        <p:nvSpPr>
          <p:cNvPr id="9"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45">
              <a:solidFill>
                <a:srgbClr val="FFFFFF"/>
              </a:solidFill>
              <a:latin typeface="Arial" panose="020B0604020202020204" pitchFamily="34" charset="0"/>
              <a:cs typeface="Arial" panose="020B0604020202020204" pitchFamily="34" charset="0"/>
            </a:endParaRPr>
          </a:p>
        </p:txBody>
      </p:sp>
      <p:sp>
        <p:nvSpPr>
          <p:cNvPr id="10" name="Status" hidden="1"/>
          <p:cNvSpPr txBox="1">
            <a:spLocks/>
          </p:cNvSpPr>
          <p:nvPr userDrawn="1">
            <p:custDataLst>
              <p:tags r:id="rId3"/>
            </p:custDataLst>
          </p:nvPr>
        </p:nvSpPr>
        <p:spPr>
          <a:xfrm>
            <a:off x="12369684" y="2359846"/>
            <a:ext cx="431921" cy="182999"/>
          </a:xfrm>
          <a:prstGeom prst="rect">
            <a:avLst/>
          </a:prstGeom>
          <a:solidFill>
            <a:srgbClr val="DFDFDF"/>
          </a:solidFill>
        </p:spPr>
        <p:txBody>
          <a:bodyPr wrap="none" lIns="77760" tIns="0" rIns="349920" bIns="0" rtlCol="0" anchor="ctr">
            <a:spAutoFit/>
          </a:bodyPr>
          <a:lstStyle/>
          <a:p>
            <a:pPr algn="r"/>
            <a:endParaRPr lang="de-DE" sz="1189" cap="none" baseline="0">
              <a:solidFill>
                <a:srgbClr val="000000"/>
              </a:solidFill>
              <a:latin typeface="Arial" panose="020B0604020202020204" pitchFamily="34" charset="0"/>
              <a:cs typeface="Arial" panose="020B0604020202020204" pitchFamily="34" charset="0"/>
            </a:endParaRPr>
          </a:p>
        </p:txBody>
      </p:sp>
      <p:sp>
        <p:nvSpPr>
          <p:cNvPr id="7" name="LogoFrame"/>
          <p:cNvSpPr>
            <a:spLocks/>
          </p:cNvSpPr>
          <p:nvPr userDrawn="1">
            <p:custDataLst>
              <p:tags r:id="rId4"/>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45">
              <a:solidFill>
                <a:schemeClr val="tx1"/>
              </a:solidFill>
            </a:endParaRPr>
          </a:p>
        </p:txBody>
      </p:sp>
      <p:pic>
        <p:nvPicPr>
          <p:cNvPr id="2" name="Image 1"/>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0539275" y="487853"/>
            <a:ext cx="1192198" cy="998022"/>
          </a:xfrm>
          <a:prstGeom prst="rect">
            <a:avLst/>
          </a:prstGeom>
        </p:spPr>
      </p:pic>
    </p:spTree>
    <p:extLst>
      <p:ext uri="{BB962C8B-B14F-4D97-AF65-F5344CB8AC3E}">
        <p14:creationId xmlns:p14="http://schemas.microsoft.com/office/powerpoint/2010/main" val="2090541528"/>
      </p:ext>
    </p:extLst>
  </p:cSld>
  <p:clrMapOvr>
    <a:masterClrMapping/>
  </p:clrMapOvr>
  <p:hf hdr="0" ftr="0"/>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matchingName="Closing with Image" preserve="1" userDrawn="1">
  <p:cSld name="Closing with Image">
    <p:bg>
      <p:bgPr>
        <a:solidFill>
          <a:srgbClr val="D82034"/>
        </a:solidFill>
        <a:effectLst/>
      </p:bgPr>
    </p:bg>
    <p:spTree>
      <p:nvGrpSpPr>
        <p:cNvPr id="1" name=""/>
        <p:cNvGrpSpPr/>
        <p:nvPr/>
      </p:nvGrpSpPr>
      <p:grpSpPr>
        <a:xfrm>
          <a:off x="0" y="0"/>
          <a:ext cx="0" cy="0"/>
          <a:chOff x="0" y="0"/>
          <a:chExt cx="0" cy="0"/>
        </a:xfrm>
      </p:grpSpPr>
      <p:sp>
        <p:nvSpPr>
          <p:cNvPr id="10"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45">
              <a:solidFill>
                <a:srgbClr val="FFFFFF"/>
              </a:solidFill>
              <a:latin typeface="Arial" panose="020B0604020202020204" pitchFamily="34" charset="0"/>
              <a:cs typeface="Arial" panose="020B0604020202020204" pitchFamily="34" charset="0"/>
            </a:endParaRPr>
          </a:p>
        </p:txBody>
      </p:sp>
      <p:sp>
        <p:nvSpPr>
          <p:cNvPr id="6" name="LogoFrame"/>
          <p:cNvSpPr>
            <a:spLocks/>
          </p:cNvSpPr>
          <p:nvPr userDrawn="1">
            <p:custDataLst>
              <p:tags r:id="rId3"/>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945">
              <a:solidFill>
                <a:schemeClr val="tx1"/>
              </a:solidFill>
            </a:endParaRPr>
          </a:p>
        </p:txBody>
      </p:sp>
      <p:sp>
        <p:nvSpPr>
          <p:cNvPr id="4" name="Picture Placeholder 4"/>
          <p:cNvSpPr>
            <a:spLocks noGrp="1"/>
          </p:cNvSpPr>
          <p:nvPr>
            <p:ph type="pic" sz="quarter" idx="10"/>
            <p:custDataLst>
              <p:tags r:id="rId4"/>
            </p:custDataLst>
          </p:nvPr>
        </p:nvSpPr>
        <p:spPr>
          <a:xfrm>
            <a:off x="0" y="0"/>
            <a:ext cx="12801600" cy="9601200"/>
          </a:xfrm>
        </p:spPr>
        <p:txBody>
          <a:bodyPr bIns="432000" anchor="ctr" anchorCtr="0"/>
          <a:lstStyle>
            <a:lvl1pPr marL="0" indent="0" algn="ctr">
              <a:buNone/>
              <a:defRPr>
                <a:solidFill>
                  <a:srgbClr val="808080"/>
                </a:solidFill>
              </a:defRPr>
            </a:lvl1pPr>
          </a:lstStyle>
          <a:p>
            <a:r>
              <a:rPr lang="de-DE" err="1"/>
              <a:t>Cliquez</a:t>
            </a:r>
            <a:r>
              <a:rPr lang="de-DE"/>
              <a:t> </a:t>
            </a:r>
            <a:r>
              <a:rPr lang="de-DE" err="1"/>
              <a:t>sur</a:t>
            </a:r>
            <a:r>
              <a:rPr lang="de-DE"/>
              <a:t> </a:t>
            </a:r>
            <a:r>
              <a:rPr lang="de-DE" err="1"/>
              <a:t>l'icône</a:t>
            </a:r>
            <a:r>
              <a:rPr lang="de-DE"/>
              <a:t> </a:t>
            </a:r>
            <a:r>
              <a:rPr lang="de-DE" err="1"/>
              <a:t>pour</a:t>
            </a:r>
            <a:r>
              <a:rPr lang="de-DE"/>
              <a:t> </a:t>
            </a:r>
            <a:r>
              <a:rPr lang="de-DE" err="1"/>
              <a:t>ajouter</a:t>
            </a:r>
            <a:r>
              <a:rPr lang="de-DE"/>
              <a:t> </a:t>
            </a:r>
            <a:r>
              <a:rPr lang="de-DE" err="1"/>
              <a:t>une</a:t>
            </a:r>
            <a:r>
              <a:rPr lang="de-DE"/>
              <a:t> </a:t>
            </a:r>
            <a:r>
              <a:rPr lang="de-DE" err="1"/>
              <a:t>image</a:t>
            </a:r>
            <a:endParaRPr lang="de-DE"/>
          </a:p>
        </p:txBody>
      </p:sp>
      <p:sp>
        <p:nvSpPr>
          <p:cNvPr id="11" name="Status" hidden="1"/>
          <p:cNvSpPr txBox="1">
            <a:spLocks/>
          </p:cNvSpPr>
          <p:nvPr userDrawn="1">
            <p:custDataLst>
              <p:tags r:id="rId5"/>
            </p:custDataLst>
          </p:nvPr>
        </p:nvSpPr>
        <p:spPr bwMode="gray">
          <a:xfrm>
            <a:off x="12369684" y="2359846"/>
            <a:ext cx="431921" cy="182999"/>
          </a:xfrm>
          <a:prstGeom prst="rect">
            <a:avLst/>
          </a:prstGeom>
          <a:solidFill>
            <a:srgbClr val="DFDFDF"/>
          </a:solidFill>
        </p:spPr>
        <p:txBody>
          <a:bodyPr wrap="none" lIns="77760" tIns="0" rIns="349920" bIns="0" rtlCol="0" anchor="ctr">
            <a:spAutoFit/>
          </a:bodyPr>
          <a:lstStyle/>
          <a:p>
            <a:pPr algn="r"/>
            <a:endParaRPr lang="de-DE" sz="1189" cap="none" baseline="0">
              <a:solidFill>
                <a:srgbClr val="000000"/>
              </a:solidFill>
              <a:latin typeface="Arial" panose="020B0604020202020204" pitchFamily="34" charset="0"/>
              <a:cs typeface="Arial" panose="020B0604020202020204" pitchFamily="34" charset="0"/>
            </a:endParaRPr>
          </a:p>
        </p:txBody>
      </p:sp>
      <p:pic>
        <p:nvPicPr>
          <p:cNvPr id="2" name="Image 1"/>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0539275" y="487853"/>
            <a:ext cx="1192198" cy="998022"/>
          </a:xfrm>
          <a:prstGeom prst="rect">
            <a:avLst/>
          </a:prstGeom>
        </p:spPr>
      </p:pic>
    </p:spTree>
    <p:extLst>
      <p:ext uri="{BB962C8B-B14F-4D97-AF65-F5344CB8AC3E}">
        <p14:creationId xmlns:p14="http://schemas.microsoft.com/office/powerpoint/2010/main" val="568281452"/>
      </p:ext>
    </p:extLst>
  </p:cSld>
  <p:clrMapOvr>
    <a:masterClrMapping/>
  </p:clrMapOvr>
  <p:hf hdr="0" ftr="0"/>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userDrawn="1">
  <p:cSld name="Cover 1 ne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1708441-78EC-46DB-93E5-99C0B4776F82}"/>
              </a:ext>
            </a:extLst>
          </p:cNvPr>
          <p:cNvSpPr/>
          <p:nvPr userDrawn="1"/>
        </p:nvSpPr>
        <p:spPr>
          <a:xfrm>
            <a:off x="6254115" y="9458960"/>
            <a:ext cx="2400300" cy="142240"/>
          </a:xfrm>
          <a:prstGeom prst="rect">
            <a:avLst/>
          </a:prstGeom>
          <a:solidFill>
            <a:srgbClr val="AD9F99"/>
          </a:solidFill>
          <a:ln w="12700" cap="flat" cmpd="sng" algn="ctr">
            <a:noFill/>
            <a:prstDash val="solid"/>
            <a:miter lim="800000"/>
          </a:ln>
          <a:effectLst/>
        </p:spPr>
        <p:txBody>
          <a:bodyPr rot="0" spcFirstLastPara="0" vertOverflow="overflow" horzOverflow="overflow" vert="horz" wrap="square" lIns="82296" tIns="41147" rIns="82296" bIns="41147" numCol="1" spcCol="0" rtlCol="0" fromWordArt="0" anchor="ctr" anchorCtr="0" forceAA="0" compatLnSpc="1">
            <a:prstTxWarp prst="textNoShape">
              <a:avLst/>
            </a:prstTxWarp>
            <a:noAutofit/>
          </a:bodyPr>
          <a:lstStyle/>
          <a:p>
            <a:pPr marL="0" marR="0" lvl="0" indent="0" algn="ctr" defTabSz="822949" eaLnBrk="1" fontAlgn="auto" latinLnBrk="0" hangingPunct="1">
              <a:lnSpc>
                <a:spcPct val="100000"/>
              </a:lnSpc>
              <a:spcBef>
                <a:spcPts val="0"/>
              </a:spcBef>
              <a:spcAft>
                <a:spcPts val="0"/>
              </a:spcAft>
              <a:buClrTx/>
              <a:buSzTx/>
              <a:buFontTx/>
              <a:buNone/>
              <a:tabLst/>
              <a:defRPr/>
            </a:pPr>
            <a:endParaRPr kumimoji="0" lang="en-GB" sz="1620" b="0" i="0" u="none" strike="noStrike" kern="0" cap="none" spc="0" normalizeH="0" baseline="0" noProof="0">
              <a:ln>
                <a:noFill/>
              </a:ln>
              <a:solidFill>
                <a:srgbClr val="FFFFFF"/>
              </a:solidFill>
              <a:effectLst/>
              <a:uLnTx/>
              <a:uFillTx/>
              <a:latin typeface="Source Sans Pro"/>
              <a:ea typeface="+mn-ea"/>
              <a:cs typeface="+mn-cs"/>
            </a:endParaRPr>
          </a:p>
        </p:txBody>
      </p:sp>
      <p:sp>
        <p:nvSpPr>
          <p:cNvPr id="23" name="Picture Placeholder 3">
            <a:extLst>
              <a:ext uri="{FF2B5EF4-FFF2-40B4-BE49-F238E27FC236}">
                <a16:creationId xmlns:a16="http://schemas.microsoft.com/office/drawing/2014/main" id="{04C9275E-CF24-4006-A22E-0EC5736C1768}"/>
              </a:ext>
            </a:extLst>
          </p:cNvPr>
          <p:cNvSpPr>
            <a:spLocks noGrp="1"/>
          </p:cNvSpPr>
          <p:nvPr>
            <p:ph type="pic" sz="quarter" idx="15" hasCustomPrompt="1"/>
          </p:nvPr>
        </p:nvSpPr>
        <p:spPr>
          <a:xfrm>
            <a:off x="1949405" y="2185683"/>
            <a:ext cx="1865234" cy="893446"/>
          </a:xfrm>
          <a:prstGeom prst="rect">
            <a:avLst/>
          </a:prstGeom>
          <a:solidFill>
            <a:schemeClr val="bg2">
              <a:lumMod val="95000"/>
            </a:schemeClr>
          </a:solidFill>
        </p:spPr>
        <p:txBody>
          <a:bodyPr lIns="180000" anchor="ctr"/>
          <a:lstStyle>
            <a:lvl1pPr marL="0" indent="0">
              <a:lnSpc>
                <a:spcPct val="100000"/>
              </a:lnSpc>
              <a:spcBef>
                <a:spcPts val="0"/>
              </a:spcBef>
              <a:buNone/>
              <a:defRPr sz="946" b="1"/>
            </a:lvl1pPr>
          </a:lstStyle>
          <a:p>
            <a:r>
              <a:rPr lang="en-GB" noProof="0"/>
              <a:t>Logo </a:t>
            </a:r>
          </a:p>
          <a:p>
            <a:r>
              <a:rPr lang="en-GB" noProof="0"/>
              <a:t>client</a:t>
            </a:r>
          </a:p>
        </p:txBody>
      </p:sp>
      <p:sp>
        <p:nvSpPr>
          <p:cNvPr id="24" name="Picture Placeholder 17">
            <a:extLst>
              <a:ext uri="{FF2B5EF4-FFF2-40B4-BE49-F238E27FC236}">
                <a16:creationId xmlns:a16="http://schemas.microsoft.com/office/drawing/2014/main" id="{B03C7C49-8B57-46B4-B978-FA7003589578}"/>
              </a:ext>
            </a:extLst>
          </p:cNvPr>
          <p:cNvSpPr txBox="1">
            <a:spLocks/>
          </p:cNvSpPr>
          <p:nvPr userDrawn="1"/>
        </p:nvSpPr>
        <p:spPr>
          <a:xfrm>
            <a:off x="8654417" y="0"/>
            <a:ext cx="4147185" cy="9601200"/>
          </a:xfrm>
          <a:prstGeom prst="rect">
            <a:avLst/>
          </a:prstGeom>
          <a:solidFill>
            <a:srgbClr val="2A2A2A"/>
          </a:solidFill>
        </p:spPr>
        <p:txBody>
          <a:bodyPr tIns="1749600" anchor="ctr"/>
          <a:lstStyle>
            <a:lvl1pPr marL="0" indent="0" algn="ctr" defTabSz="457183" rtl="0" eaLnBrk="1" latinLnBrk="0" hangingPunct="1">
              <a:spcBef>
                <a:spcPct val="20000"/>
              </a:spcBef>
              <a:buFont typeface="Arial"/>
              <a:buNone/>
              <a:defRPr sz="2000" b="1" kern="1200">
                <a:solidFill>
                  <a:schemeClr val="bg1">
                    <a:alpha val="42000"/>
                  </a:schemeClr>
                </a:solidFill>
                <a:latin typeface="+mn-lt"/>
                <a:ea typeface="+mn-ea"/>
                <a:cs typeface="+mn-cs"/>
              </a:defRPr>
            </a:lvl1pPr>
            <a:lvl2pPr marL="742922" indent="-285738" algn="l" defTabSz="457183" rtl="0" eaLnBrk="1" latinLnBrk="0" hangingPunct="1">
              <a:spcBef>
                <a:spcPct val="20000"/>
              </a:spcBef>
              <a:buFont typeface="Arial"/>
              <a:buChar char="–"/>
              <a:defRPr sz="2800" kern="1200">
                <a:solidFill>
                  <a:schemeClr val="tx1"/>
                </a:solidFill>
                <a:latin typeface="+mn-lt"/>
                <a:ea typeface="+mn-ea"/>
                <a:cs typeface="+mn-cs"/>
              </a:defRPr>
            </a:lvl2pPr>
            <a:lvl3pPr marL="1142956" indent="-228590" algn="l" defTabSz="457183" rtl="0" eaLnBrk="1" latinLnBrk="0" hangingPunct="1">
              <a:spcBef>
                <a:spcPct val="20000"/>
              </a:spcBef>
              <a:buFont typeface="Arial"/>
              <a:buChar char="•"/>
              <a:defRPr sz="2400" kern="1200">
                <a:solidFill>
                  <a:schemeClr val="tx1"/>
                </a:solidFill>
                <a:latin typeface="+mn-lt"/>
                <a:ea typeface="+mn-ea"/>
                <a:cs typeface="+mn-cs"/>
              </a:defRPr>
            </a:lvl3pPr>
            <a:lvl4pPr marL="1600138" indent="-228590" algn="l" defTabSz="457183" rtl="0" eaLnBrk="1" latinLnBrk="0" hangingPunct="1">
              <a:spcBef>
                <a:spcPct val="20000"/>
              </a:spcBef>
              <a:buFont typeface="Arial"/>
              <a:buChar char="–"/>
              <a:defRPr sz="2000" kern="1200">
                <a:solidFill>
                  <a:schemeClr val="tx1"/>
                </a:solidFill>
                <a:latin typeface="+mn-lt"/>
                <a:ea typeface="+mn-ea"/>
                <a:cs typeface="+mn-cs"/>
              </a:defRPr>
            </a:lvl4pPr>
            <a:lvl5pPr marL="2057320" indent="-228590" algn="l" defTabSz="457183" rtl="0" eaLnBrk="1" latinLnBrk="0" hangingPunct="1">
              <a:spcBef>
                <a:spcPct val="20000"/>
              </a:spcBef>
              <a:buFont typeface="Arial"/>
              <a:buChar char="»"/>
              <a:defRPr sz="2000" kern="1200">
                <a:solidFill>
                  <a:schemeClr val="tx1"/>
                </a:solidFill>
                <a:latin typeface="+mn-lt"/>
                <a:ea typeface="+mn-ea"/>
                <a:cs typeface="+mn-cs"/>
              </a:defRPr>
            </a:lvl5pPr>
            <a:lvl6pPr marL="2514503" indent="-228590" algn="l" defTabSz="457183" rtl="0" eaLnBrk="1" latinLnBrk="0" hangingPunct="1">
              <a:spcBef>
                <a:spcPct val="20000"/>
              </a:spcBef>
              <a:buFont typeface="Arial"/>
              <a:buChar char="•"/>
              <a:defRPr sz="2000" kern="1200">
                <a:solidFill>
                  <a:schemeClr val="tx1"/>
                </a:solidFill>
                <a:latin typeface="+mn-lt"/>
                <a:ea typeface="+mn-ea"/>
                <a:cs typeface="+mn-cs"/>
              </a:defRPr>
            </a:lvl6pPr>
            <a:lvl7pPr marL="2971685" indent="-228590" algn="l" defTabSz="457183" rtl="0" eaLnBrk="1" latinLnBrk="0" hangingPunct="1">
              <a:spcBef>
                <a:spcPct val="20000"/>
              </a:spcBef>
              <a:buFont typeface="Arial"/>
              <a:buChar char="•"/>
              <a:defRPr sz="2000" kern="1200">
                <a:solidFill>
                  <a:schemeClr val="tx1"/>
                </a:solidFill>
                <a:latin typeface="+mn-lt"/>
                <a:ea typeface="+mn-ea"/>
                <a:cs typeface="+mn-cs"/>
              </a:defRPr>
            </a:lvl7pPr>
            <a:lvl8pPr marL="3428868" indent="-228590" algn="l" defTabSz="457183" rtl="0" eaLnBrk="1" latinLnBrk="0" hangingPunct="1">
              <a:spcBef>
                <a:spcPct val="20000"/>
              </a:spcBef>
              <a:buFont typeface="Arial"/>
              <a:buChar char="•"/>
              <a:defRPr sz="2000" kern="1200">
                <a:solidFill>
                  <a:schemeClr val="tx1"/>
                </a:solidFill>
                <a:latin typeface="+mn-lt"/>
                <a:ea typeface="+mn-ea"/>
                <a:cs typeface="+mn-cs"/>
              </a:defRPr>
            </a:lvl8pPr>
            <a:lvl9pPr marL="3886049" indent="-228590" algn="l" defTabSz="457183"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ctr" defTabSz="411459" rtl="0" eaLnBrk="1" fontAlgn="auto" latinLnBrk="0" hangingPunct="1">
              <a:lnSpc>
                <a:spcPct val="100000"/>
              </a:lnSpc>
              <a:spcBef>
                <a:spcPct val="20000"/>
              </a:spcBef>
              <a:spcAft>
                <a:spcPts val="0"/>
              </a:spcAft>
              <a:buClrTx/>
              <a:buSzTx/>
              <a:buFont typeface="Arial"/>
              <a:buNone/>
              <a:tabLst/>
              <a:defRPr/>
            </a:pPr>
            <a:endParaRPr kumimoji="0" lang="en-GB" sz="1800" b="1" i="0" u="none" strike="noStrike" kern="1200" cap="none" spc="0" normalizeH="0" baseline="0" noProof="0">
              <a:ln>
                <a:noFill/>
              </a:ln>
              <a:solidFill>
                <a:srgbClr val="FFFFFF">
                  <a:alpha val="42000"/>
                </a:srgbClr>
              </a:solidFill>
              <a:effectLst/>
              <a:uLnTx/>
              <a:uFillTx/>
              <a:latin typeface="Source Sans Pro"/>
              <a:ea typeface="+mn-ea"/>
              <a:cs typeface="+mn-cs"/>
            </a:endParaRPr>
          </a:p>
        </p:txBody>
      </p:sp>
      <p:sp>
        <p:nvSpPr>
          <p:cNvPr id="27" name="Rectangle 26">
            <a:extLst>
              <a:ext uri="{FF2B5EF4-FFF2-40B4-BE49-F238E27FC236}">
                <a16:creationId xmlns:a16="http://schemas.microsoft.com/office/drawing/2014/main" id="{B854B4DA-30B6-4326-8426-4C0AEE46FF39}"/>
              </a:ext>
            </a:extLst>
          </p:cNvPr>
          <p:cNvSpPr/>
          <p:nvPr userDrawn="1"/>
        </p:nvSpPr>
        <p:spPr>
          <a:xfrm>
            <a:off x="1" y="1"/>
            <a:ext cx="2400300" cy="142240"/>
          </a:xfrm>
          <a:prstGeom prst="rect">
            <a:avLst/>
          </a:prstGeom>
          <a:solidFill>
            <a:srgbClr val="95C11F"/>
          </a:solidFill>
          <a:ln w="12700" cap="flat" cmpd="sng" algn="ctr">
            <a:noFill/>
            <a:prstDash val="solid"/>
            <a:miter lim="800000"/>
          </a:ln>
          <a:effectLst/>
        </p:spPr>
        <p:txBody>
          <a:bodyPr rot="0" spcFirstLastPara="0" vertOverflow="overflow" horzOverflow="overflow" vert="horz" wrap="square" lIns="82296" tIns="41147" rIns="82296" bIns="41147" numCol="1" spcCol="0" rtlCol="0" fromWordArt="0" anchor="ctr" anchorCtr="0" forceAA="0" compatLnSpc="1">
            <a:prstTxWarp prst="textNoShape">
              <a:avLst/>
            </a:prstTxWarp>
            <a:noAutofit/>
          </a:bodyPr>
          <a:lstStyle/>
          <a:p>
            <a:pPr marL="0" marR="0" lvl="0" indent="0" algn="ctr" defTabSz="822949" eaLnBrk="1" fontAlgn="auto" latinLnBrk="0" hangingPunct="1">
              <a:lnSpc>
                <a:spcPct val="100000"/>
              </a:lnSpc>
              <a:spcBef>
                <a:spcPts val="0"/>
              </a:spcBef>
              <a:spcAft>
                <a:spcPts val="0"/>
              </a:spcAft>
              <a:buClrTx/>
              <a:buSzTx/>
              <a:buFontTx/>
              <a:buNone/>
              <a:tabLst/>
              <a:defRPr/>
            </a:pPr>
            <a:endParaRPr kumimoji="0" lang="en-GB" sz="1620" b="0" i="0" u="none" strike="noStrike" kern="0" cap="none" spc="0" normalizeH="0" baseline="0" noProof="0">
              <a:ln>
                <a:noFill/>
              </a:ln>
              <a:solidFill>
                <a:srgbClr val="FFFFFF"/>
              </a:solidFill>
              <a:effectLst/>
              <a:uLnTx/>
              <a:uFillTx/>
              <a:latin typeface="Source Sans Pro"/>
              <a:ea typeface="+mn-ea"/>
              <a:cs typeface="+mn-cs"/>
            </a:endParaRPr>
          </a:p>
        </p:txBody>
      </p:sp>
      <p:pic>
        <p:nvPicPr>
          <p:cNvPr id="28" name="Picture 3">
            <a:extLst>
              <a:ext uri="{FF2B5EF4-FFF2-40B4-BE49-F238E27FC236}">
                <a16:creationId xmlns:a16="http://schemas.microsoft.com/office/drawing/2014/main" id="{39137B6A-C4B5-4B52-9EB4-381909299AA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09952" y="8891313"/>
            <a:ext cx="1193635" cy="567647"/>
          </a:xfrm>
          <a:prstGeom prst="rect">
            <a:avLst/>
          </a:prstGeom>
        </p:spPr>
      </p:pic>
      <p:sp>
        <p:nvSpPr>
          <p:cNvPr id="15" name="Espace réservé du texte 2">
            <a:extLst>
              <a:ext uri="{FF2B5EF4-FFF2-40B4-BE49-F238E27FC236}">
                <a16:creationId xmlns:a16="http://schemas.microsoft.com/office/drawing/2014/main" id="{86CE82E8-58D3-4559-8E81-FF488DB5BA10}"/>
              </a:ext>
            </a:extLst>
          </p:cNvPr>
          <p:cNvSpPr>
            <a:spLocks noGrp="1"/>
          </p:cNvSpPr>
          <p:nvPr>
            <p:ph type="body" sz="quarter" idx="16" hasCustomPrompt="1"/>
          </p:nvPr>
        </p:nvSpPr>
        <p:spPr>
          <a:xfrm>
            <a:off x="1949407" y="3209156"/>
            <a:ext cx="5734933" cy="805074"/>
          </a:xfrm>
          <a:prstGeom prst="rect">
            <a:avLst/>
          </a:prstGeom>
        </p:spPr>
        <p:txBody>
          <a:bodyPr/>
          <a:lstStyle>
            <a:lvl1pPr marL="0" indent="0">
              <a:buNone/>
              <a:defRPr kumimoji="0" lang="fr-FR" sz="3241" b="1" i="0" u="none" strike="noStrike" cap="none" spc="0" normalizeH="0" baseline="0" smtClean="0">
                <a:ln>
                  <a:noFill/>
                </a:ln>
                <a:solidFill>
                  <a:srgbClr val="676767"/>
                </a:solidFill>
                <a:effectLst/>
                <a:uLnTx/>
                <a:uFillTx/>
                <a:latin typeface="Book Antiqua" panose="02040602050305030304" pitchFamily="18" charset="0"/>
                <a:ea typeface="+mj-ea"/>
                <a:cs typeface="Arial"/>
              </a:defRPr>
            </a:lvl1pPr>
            <a:lvl2pPr>
              <a:defRPr lang="fr-FR" sz="1620" smtClean="0"/>
            </a:lvl2pPr>
            <a:lvl3pPr>
              <a:defRPr lang="fr-FR" sz="1620" smtClean="0"/>
            </a:lvl3pPr>
            <a:lvl4pPr>
              <a:defRPr lang="fr-FR" sz="1620" smtClean="0"/>
            </a:lvl4pPr>
            <a:lvl5pPr>
              <a:defRPr lang="fr-FR" sz="1620"/>
            </a:lvl5pPr>
          </a:lstStyle>
          <a:p>
            <a:pPr marL="308594" marR="0" lvl="0" indent="-308594" fontAlgn="auto">
              <a:lnSpc>
                <a:spcPct val="100000"/>
              </a:lnSpc>
              <a:spcBef>
                <a:spcPct val="0"/>
              </a:spcBef>
              <a:spcAft>
                <a:spcPts val="0"/>
              </a:spcAft>
              <a:buClrTx/>
              <a:buSzTx/>
              <a:tabLst/>
            </a:pPr>
            <a:r>
              <a:rPr lang="en-GB" noProof="0"/>
              <a:t>Insérez un titre</a:t>
            </a:r>
          </a:p>
        </p:txBody>
      </p:sp>
      <p:sp>
        <p:nvSpPr>
          <p:cNvPr id="16" name="Espace réservé du texte 16">
            <a:extLst>
              <a:ext uri="{FF2B5EF4-FFF2-40B4-BE49-F238E27FC236}">
                <a16:creationId xmlns:a16="http://schemas.microsoft.com/office/drawing/2014/main" id="{647116B0-1F23-491A-B2A5-03630F7C07AC}"/>
              </a:ext>
            </a:extLst>
          </p:cNvPr>
          <p:cNvSpPr>
            <a:spLocks noGrp="1"/>
          </p:cNvSpPr>
          <p:nvPr>
            <p:ph type="body" sz="quarter" idx="18" hasCustomPrompt="1"/>
          </p:nvPr>
        </p:nvSpPr>
        <p:spPr>
          <a:xfrm>
            <a:off x="1949404" y="5321543"/>
            <a:ext cx="4485183" cy="1733337"/>
          </a:xfrm>
          <a:prstGeom prst="rect">
            <a:avLst/>
          </a:prstGeom>
        </p:spPr>
        <p:txBody>
          <a:bodyPr/>
          <a:lstStyle>
            <a:lvl1pPr marL="0" marR="0" indent="0" algn="l" defTabSz="411459" rtl="0" eaLnBrk="1" fontAlgn="auto" latinLnBrk="0" hangingPunct="1">
              <a:lnSpc>
                <a:spcPct val="120000"/>
              </a:lnSpc>
              <a:spcBef>
                <a:spcPts val="0"/>
              </a:spcBef>
              <a:spcAft>
                <a:spcPts val="0"/>
              </a:spcAft>
              <a:buClrTx/>
              <a:buSzTx/>
              <a:buFont typeface="Arial"/>
              <a:buNone/>
              <a:tabLst/>
              <a:defRPr kumimoji="0" lang="fr-FR" sz="1081" b="0" i="0" u="none" strike="noStrike" cap="none" spc="0" normalizeH="0" baseline="0">
                <a:ln>
                  <a:noFill/>
                </a:ln>
                <a:solidFill>
                  <a:srgbClr val="AD9F99"/>
                </a:solidFill>
                <a:effectLst/>
                <a:uLnTx/>
                <a:uFillTx/>
                <a:latin typeface="+mj-lt"/>
              </a:defRPr>
            </a:lvl1pPr>
            <a:lvl2pPr>
              <a:defRPr lang="fr-FR" dirty="0" smtClean="0"/>
            </a:lvl2pPr>
            <a:lvl3pPr>
              <a:defRPr lang="fr-FR" dirty="0" smtClean="0"/>
            </a:lvl3pPr>
            <a:lvl4pPr>
              <a:defRPr lang="fr-FR" dirty="0" smtClean="0"/>
            </a:lvl4pPr>
            <a:lvl5pPr>
              <a:defRPr lang="fr-FR" dirty="0"/>
            </a:lvl5pPr>
          </a:lstStyle>
          <a:p>
            <a:pPr marL="0" marR="0" lvl="0" indent="0" algn="l" defTabSz="411459" rtl="0" eaLnBrk="1" fontAlgn="auto" latinLnBrk="0" hangingPunct="1">
              <a:lnSpc>
                <a:spcPct val="120000"/>
              </a:lnSpc>
              <a:spcBef>
                <a:spcPts val="0"/>
              </a:spcBef>
              <a:spcAft>
                <a:spcPts val="0"/>
              </a:spcAft>
              <a:buClrTx/>
              <a:buSzTx/>
              <a:buFont typeface="Arial"/>
              <a:buNone/>
              <a:tabLst/>
              <a:defRPr/>
            </a:pPr>
            <a:r>
              <a:rPr kumimoji="0" lang="en-GB" sz="1081" b="0" i="0" u="none" strike="noStrike" kern="1200" cap="none" spc="0" normalizeH="0" baseline="0" noProof="0">
                <a:ln>
                  <a:noFill/>
                </a:ln>
                <a:solidFill>
                  <a:srgbClr val="AD9F99"/>
                </a:solidFill>
                <a:effectLst/>
                <a:uLnTx/>
                <a:uFillTx/>
                <a:latin typeface="Source Sans Pro"/>
                <a:ea typeface="+mn-ea"/>
                <a:cs typeface="+mn-cs"/>
              </a:rPr>
              <a:t>On the other hand, we denounce with righteous indignation and dislike men who are so beguiled and demoralized by the charms of pleasure of the moment, so blinded by desire, that they cannot foresee the pain and trouble that are bound to ensue; and equal blame belongs to those who fail in their duty</a:t>
            </a:r>
          </a:p>
        </p:txBody>
      </p:sp>
      <p:sp>
        <p:nvSpPr>
          <p:cNvPr id="12" name="Espace réservé du texte 11">
            <a:extLst>
              <a:ext uri="{FF2B5EF4-FFF2-40B4-BE49-F238E27FC236}">
                <a16:creationId xmlns:a16="http://schemas.microsoft.com/office/drawing/2014/main" id="{79199059-E810-405E-AC32-FE28637F96B5}"/>
              </a:ext>
            </a:extLst>
          </p:cNvPr>
          <p:cNvSpPr>
            <a:spLocks noGrp="1"/>
          </p:cNvSpPr>
          <p:nvPr>
            <p:ph type="body" sz="quarter" idx="20" hasCustomPrompt="1"/>
          </p:nvPr>
        </p:nvSpPr>
        <p:spPr>
          <a:xfrm>
            <a:off x="1948580" y="4073153"/>
            <a:ext cx="5735716" cy="1182370"/>
          </a:xfrm>
          <a:prstGeom prst="rect">
            <a:avLst/>
          </a:prstGeom>
        </p:spPr>
        <p:txBody>
          <a:bodyPr/>
          <a:lstStyle>
            <a:lvl1pPr marL="0" indent="0">
              <a:buNone/>
              <a:defRPr sz="2160">
                <a:solidFill>
                  <a:srgbClr val="2A2A2A"/>
                </a:solidFill>
                <a:latin typeface="Book Antiqua" panose="02040602050305030304" pitchFamily="18" charset="0"/>
              </a:defRPr>
            </a:lvl1pPr>
          </a:lstStyle>
          <a:p>
            <a:pPr lvl="0"/>
            <a:r>
              <a:rPr lang="en-GB" noProof="0"/>
              <a:t>Insérez un sous-titre</a:t>
            </a:r>
          </a:p>
        </p:txBody>
      </p:sp>
      <p:sp>
        <p:nvSpPr>
          <p:cNvPr id="17" name="Espace réservé du texte 16">
            <a:extLst>
              <a:ext uri="{FF2B5EF4-FFF2-40B4-BE49-F238E27FC236}">
                <a16:creationId xmlns:a16="http://schemas.microsoft.com/office/drawing/2014/main" id="{EAA874D2-243B-40D7-AFB6-903D07EA48B8}"/>
              </a:ext>
            </a:extLst>
          </p:cNvPr>
          <p:cNvSpPr>
            <a:spLocks noGrp="1"/>
          </p:cNvSpPr>
          <p:nvPr>
            <p:ph type="body" sz="quarter" idx="21" hasCustomPrompt="1"/>
          </p:nvPr>
        </p:nvSpPr>
        <p:spPr>
          <a:xfrm rot="16200000">
            <a:off x="-1790309" y="4971780"/>
            <a:ext cx="6239125" cy="666930"/>
          </a:xfrm>
          <a:prstGeom prst="rect">
            <a:avLst/>
          </a:prstGeom>
        </p:spPr>
        <p:txBody>
          <a:bodyPr/>
          <a:lstStyle>
            <a:lvl1pPr marL="0" indent="0">
              <a:buNone/>
              <a:defRPr b="1">
                <a:solidFill>
                  <a:srgbClr val="EFECEB"/>
                </a:solidFill>
                <a:latin typeface="Book Antiqua" panose="02040602050305030304" pitchFamily="18" charset="0"/>
              </a:defRPr>
            </a:lvl1pPr>
          </a:lstStyle>
          <a:p>
            <a:pPr lvl="0"/>
            <a:r>
              <a:rPr lang="en-GB" noProof="0"/>
              <a:t>Insérez une date</a:t>
            </a:r>
          </a:p>
        </p:txBody>
      </p:sp>
      <p:pic>
        <p:nvPicPr>
          <p:cNvPr id="3" name="Image 2">
            <a:extLst>
              <a:ext uri="{FF2B5EF4-FFF2-40B4-BE49-F238E27FC236}">
                <a16:creationId xmlns:a16="http://schemas.microsoft.com/office/drawing/2014/main" id="{4DDA555B-E86E-41ED-A760-E9EED168140E}"/>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8654376" y="0"/>
            <a:ext cx="4134918" cy="9601200"/>
          </a:xfrm>
          <a:prstGeom prst="rect">
            <a:avLst/>
          </a:prstGeom>
        </p:spPr>
      </p:pic>
      <p:sp>
        <p:nvSpPr>
          <p:cNvPr id="4" name="Rectangle 3">
            <a:extLst>
              <a:ext uri="{FF2B5EF4-FFF2-40B4-BE49-F238E27FC236}">
                <a16:creationId xmlns:a16="http://schemas.microsoft.com/office/drawing/2014/main" id="{9F07D843-F79D-4888-978E-88B6DA60F304}"/>
              </a:ext>
            </a:extLst>
          </p:cNvPr>
          <p:cNvSpPr/>
          <p:nvPr userDrawn="1"/>
        </p:nvSpPr>
        <p:spPr>
          <a:xfrm>
            <a:off x="8635566" y="9396975"/>
            <a:ext cx="2263547" cy="209317"/>
          </a:xfrm>
          <a:prstGeom prst="rect">
            <a:avLst/>
          </a:prstGeom>
          <a:noFill/>
          <a:ln w="635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2296" tIns="41147" rIns="82296" bIns="41147" numCol="1" spcCol="0" rtlCol="0" fromWordArt="0" anchor="ctr" anchorCtr="0" forceAA="0" compatLnSpc="1">
            <a:prstTxWarp prst="textNoShape">
              <a:avLst/>
            </a:prstTxWarp>
            <a:noAutofit/>
          </a:bodyPr>
          <a:lstStyle/>
          <a:p>
            <a:pPr algn="l"/>
            <a:r>
              <a:rPr lang="en-GB" sz="630" b="1" i="1" noProof="0">
                <a:solidFill>
                  <a:schemeClr val="bg1"/>
                </a:solidFill>
                <a:latin typeface="Arial" panose="020B0604020202020204" pitchFamily="34" charset="0"/>
                <a:cs typeface="Arial" panose="020B0604020202020204" pitchFamily="34" charset="0"/>
              </a:rPr>
              <a:t>Work created by Jo Di Bona</a:t>
            </a:r>
          </a:p>
        </p:txBody>
      </p:sp>
    </p:spTree>
    <p:extLst>
      <p:ext uri="{BB962C8B-B14F-4D97-AF65-F5344CB8AC3E}">
        <p14:creationId xmlns:p14="http://schemas.microsoft.com/office/powerpoint/2010/main" val="103734690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1_Title Slide">
    <p:spTree>
      <p:nvGrpSpPr>
        <p:cNvPr id="1" name=""/>
        <p:cNvGrpSpPr/>
        <p:nvPr/>
      </p:nvGrpSpPr>
      <p:grpSpPr>
        <a:xfrm>
          <a:off x="0" y="0"/>
          <a:ext cx="0" cy="0"/>
          <a:chOff x="0" y="0"/>
          <a:chExt cx="0" cy="0"/>
        </a:xfrm>
      </p:grpSpPr>
      <p:sp>
        <p:nvSpPr>
          <p:cNvPr id="2"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5">
              <a:solidFill>
                <a:srgbClr val="FFFFFF"/>
              </a:solidFill>
              <a:latin typeface="Arial" panose="020B0604020202020204" pitchFamily="34" charset="0"/>
              <a:cs typeface="Arial" panose="020B0604020202020204" pitchFamily="34" charset="0"/>
            </a:endParaRPr>
          </a:p>
        </p:txBody>
      </p:sp>
      <p:sp>
        <p:nvSpPr>
          <p:cNvPr id="8" name="Title 1"/>
          <p:cNvSpPr>
            <a:spLocks noGrp="1"/>
          </p:cNvSpPr>
          <p:nvPr>
            <p:ph type="ctrTitle"/>
            <p:custDataLst>
              <p:tags r:id="rId3"/>
            </p:custDataLst>
          </p:nvPr>
        </p:nvSpPr>
        <p:spPr>
          <a:xfrm>
            <a:off x="553405" y="7107128"/>
            <a:ext cx="4940098" cy="382284"/>
          </a:xfrm>
        </p:spPr>
        <p:txBody>
          <a:bodyPr vert="horz" wrap="square" lIns="0" tIns="0" rIns="0" bIns="0" rtlCol="0" anchor="b" anchorCtr="0">
            <a:spAutoFit/>
          </a:bodyPr>
          <a:lstStyle>
            <a:lvl1pPr>
              <a:defRPr lang="en-GB" sz="2484" b="0" cap="none" baseline="0" noProof="0" dirty="0">
                <a:solidFill>
                  <a:schemeClr val="tx1"/>
                </a:solidFill>
              </a:defRPr>
            </a:lvl1pPr>
          </a:lstStyle>
          <a:p>
            <a:pPr lvl="0"/>
            <a:r>
              <a:rPr lang="fr-FR" noProof="0"/>
              <a:t>Modifiez le style du titre</a:t>
            </a:r>
          </a:p>
        </p:txBody>
      </p:sp>
      <p:sp>
        <p:nvSpPr>
          <p:cNvPr id="9" name="Subtitle 2"/>
          <p:cNvSpPr>
            <a:spLocks noGrp="1"/>
          </p:cNvSpPr>
          <p:nvPr>
            <p:ph type="subTitle" idx="1"/>
            <p:custDataLst>
              <p:tags r:id="rId4"/>
            </p:custDataLst>
          </p:nvPr>
        </p:nvSpPr>
        <p:spPr>
          <a:xfrm>
            <a:off x="553407" y="7729235"/>
            <a:ext cx="4940096" cy="149400"/>
          </a:xfrm>
        </p:spPr>
        <p:txBody>
          <a:bodyPr wrap="square" lIns="0">
            <a:spAutoFit/>
          </a:bodyPr>
          <a:lstStyle>
            <a:lvl1pPr marL="0" indent="0" algn="l">
              <a:spcAft>
                <a:spcPts val="0"/>
              </a:spcAft>
              <a:buNone/>
              <a:defRPr sz="972" b="1">
                <a:solidFill>
                  <a:schemeClr val="tx1"/>
                </a:solidFill>
              </a:defRPr>
            </a:lvl1pPr>
            <a:lvl2pPr marL="493770" indent="0" algn="ctr">
              <a:buNone/>
              <a:defRPr>
                <a:solidFill>
                  <a:schemeClr val="tx1">
                    <a:tint val="75000"/>
                  </a:schemeClr>
                </a:solidFill>
              </a:defRPr>
            </a:lvl2pPr>
            <a:lvl3pPr marL="987540" indent="0" algn="ctr">
              <a:buNone/>
              <a:defRPr>
                <a:solidFill>
                  <a:schemeClr val="tx1">
                    <a:tint val="75000"/>
                  </a:schemeClr>
                </a:solidFill>
              </a:defRPr>
            </a:lvl3pPr>
            <a:lvl4pPr marL="1481309" indent="0" algn="ctr">
              <a:buNone/>
              <a:defRPr>
                <a:solidFill>
                  <a:schemeClr val="tx1">
                    <a:tint val="75000"/>
                  </a:schemeClr>
                </a:solidFill>
              </a:defRPr>
            </a:lvl4pPr>
            <a:lvl5pPr marL="1975078" indent="0" algn="ctr">
              <a:buNone/>
              <a:defRPr>
                <a:solidFill>
                  <a:schemeClr val="tx1">
                    <a:tint val="75000"/>
                  </a:schemeClr>
                </a:solidFill>
              </a:defRPr>
            </a:lvl5pPr>
            <a:lvl6pPr marL="2468850" indent="0" algn="ctr">
              <a:buNone/>
              <a:defRPr>
                <a:solidFill>
                  <a:schemeClr val="tx1">
                    <a:tint val="75000"/>
                  </a:schemeClr>
                </a:solidFill>
              </a:defRPr>
            </a:lvl6pPr>
            <a:lvl7pPr marL="2962620" indent="0" algn="ctr">
              <a:buNone/>
              <a:defRPr>
                <a:solidFill>
                  <a:schemeClr val="tx1">
                    <a:tint val="75000"/>
                  </a:schemeClr>
                </a:solidFill>
              </a:defRPr>
            </a:lvl7pPr>
            <a:lvl8pPr marL="3456389" indent="0" algn="ctr">
              <a:buNone/>
              <a:defRPr>
                <a:solidFill>
                  <a:schemeClr val="tx1">
                    <a:tint val="75000"/>
                  </a:schemeClr>
                </a:solidFill>
              </a:defRPr>
            </a:lvl8pPr>
            <a:lvl9pPr marL="3950159" indent="0" algn="ctr">
              <a:buNone/>
              <a:defRPr>
                <a:solidFill>
                  <a:schemeClr val="tx1">
                    <a:tint val="75000"/>
                  </a:schemeClr>
                </a:solidFill>
              </a:defRPr>
            </a:lvl9pPr>
          </a:lstStyle>
          <a:p>
            <a:r>
              <a:rPr lang="fr-FR" noProof="0"/>
              <a:t>Modifiez le style des sous-titres du masque</a:t>
            </a:r>
          </a:p>
        </p:txBody>
      </p:sp>
      <p:sp>
        <p:nvSpPr>
          <p:cNvPr id="11" name="Status" hidden="1"/>
          <p:cNvSpPr txBox="1">
            <a:spLocks/>
          </p:cNvSpPr>
          <p:nvPr userDrawn="1">
            <p:custDataLst>
              <p:tags r:id="rId5"/>
            </p:custDataLst>
          </p:nvPr>
        </p:nvSpPr>
        <p:spPr bwMode="gray">
          <a:xfrm>
            <a:off x="12369684" y="2359846"/>
            <a:ext cx="431921" cy="182999"/>
          </a:xfrm>
          <a:prstGeom prst="rect">
            <a:avLst/>
          </a:prstGeom>
          <a:solidFill>
            <a:srgbClr val="DFDFDF"/>
          </a:solidFill>
        </p:spPr>
        <p:txBody>
          <a:bodyPr wrap="none" lIns="77760" tIns="0" rIns="349920" bIns="0" rtlCol="0" anchor="ctr">
            <a:spAutoFit/>
          </a:bodyPr>
          <a:lstStyle/>
          <a:p>
            <a:pPr algn="r"/>
            <a:endParaRPr lang="fr-FR" sz="1189" cap="none" baseline="0">
              <a:solidFill>
                <a:srgbClr val="000000"/>
              </a:solidFill>
              <a:latin typeface="Arial" panose="020B0604020202020204" pitchFamily="34" charset="0"/>
              <a:cs typeface="Arial" panose="020B0604020202020204" pitchFamily="34" charset="0"/>
            </a:endParaRPr>
          </a:p>
        </p:txBody>
      </p:sp>
      <p:pic>
        <p:nvPicPr>
          <p:cNvPr id="4" name="Image 3">
            <a:extLst>
              <a:ext uri="{FF2B5EF4-FFF2-40B4-BE49-F238E27FC236}">
                <a16:creationId xmlns:a16="http://schemas.microsoft.com/office/drawing/2014/main" id="{B69C87C4-60BE-D03B-B135-30FAD1AB68D9}"/>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0539275" y="487848"/>
            <a:ext cx="1192198" cy="996338"/>
          </a:xfrm>
          <a:prstGeom prst="rect">
            <a:avLst/>
          </a:prstGeom>
        </p:spPr>
      </p:pic>
    </p:spTree>
    <p:extLst>
      <p:ext uri="{BB962C8B-B14F-4D97-AF65-F5344CB8AC3E}">
        <p14:creationId xmlns:p14="http://schemas.microsoft.com/office/powerpoint/2010/main" val="2980583891"/>
      </p:ext>
    </p:extLst>
  </p:cSld>
  <p:clrMapOvr>
    <a:masterClrMapping/>
  </p:clrMapOvr>
  <p:hf hdr="0" ftr="0"/>
  <p:extLst>
    <p:ext uri="{DCECCB84-F9BA-43D5-87BE-67443E8EF086}">
      <p15:sldGuideLst xmlns:p15="http://schemas.microsoft.com/office/powerpoint/2012/main">
        <p15:guide id="1" pos="261" userDrawn="1">
          <p15:clr>
            <a:srgbClr val="FBAE40"/>
          </p15:clr>
        </p15:guide>
        <p15:guide id="2" orient="horz" pos="3871" userDrawn="1">
          <p15:clr>
            <a:srgbClr val="FBAE40"/>
          </p15:clr>
        </p15:guide>
        <p15:guide id="3" orient="horz" pos="4154"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Content"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1157" y="203609"/>
            <a:ext cx="10082092" cy="1815310"/>
          </a:xfrm>
        </p:spPr>
        <p:txBody>
          <a:bodyPr/>
          <a:lstStyle/>
          <a:p>
            <a:r>
              <a:rPr lang="fr-FR" noProof="0"/>
              <a:t>Modifiez le style du titre</a:t>
            </a:r>
          </a:p>
        </p:txBody>
      </p:sp>
      <p:sp>
        <p:nvSpPr>
          <p:cNvPr id="3" name="Content Placeholder 2"/>
          <p:cNvSpPr>
            <a:spLocks noGrp="1"/>
          </p:cNvSpPr>
          <p:nvPr>
            <p:ph idx="1"/>
          </p:nvPr>
        </p:nvSpPr>
        <p:spPr>
          <a:xfrm>
            <a:off x="351155" y="2624328"/>
            <a:ext cx="8065453" cy="6048756"/>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Text Placeholder 5"/>
          <p:cNvSpPr>
            <a:spLocks noGrp="1"/>
          </p:cNvSpPr>
          <p:nvPr>
            <p:ph type="body" sz="quarter" idx="12"/>
          </p:nvPr>
        </p:nvSpPr>
        <p:spPr>
          <a:xfrm>
            <a:off x="10534651" y="2623080"/>
            <a:ext cx="1813560" cy="6050006"/>
          </a:xfrm>
        </p:spPr>
        <p:txBody>
          <a:bodyPr/>
          <a:lstStyle>
            <a:lvl1pPr marL="0" indent="0">
              <a:lnSpc>
                <a:spcPts val="1296"/>
              </a:lnSpc>
              <a:spcAft>
                <a:spcPts val="0"/>
              </a:spcAft>
              <a:buFontTx/>
              <a:buNone/>
              <a:defRPr sz="1081">
                <a:solidFill>
                  <a:schemeClr val="tx2"/>
                </a:solidFill>
              </a:defRPr>
            </a:lvl1pPr>
            <a:lvl2pPr marL="233276" indent="0">
              <a:lnSpc>
                <a:spcPct val="100000"/>
              </a:lnSpc>
              <a:spcAft>
                <a:spcPts val="0"/>
              </a:spcAft>
              <a:buFontTx/>
              <a:buNone/>
              <a:defRPr sz="1081"/>
            </a:lvl2pPr>
            <a:lvl3pPr marL="388795" indent="0">
              <a:lnSpc>
                <a:spcPct val="100000"/>
              </a:lnSpc>
              <a:spcAft>
                <a:spcPts val="0"/>
              </a:spcAft>
              <a:buFontTx/>
              <a:buNone/>
              <a:defRPr sz="1081"/>
            </a:lvl3pPr>
            <a:lvl4pPr marL="582922" indent="0">
              <a:lnSpc>
                <a:spcPct val="100000"/>
              </a:lnSpc>
              <a:spcAft>
                <a:spcPts val="0"/>
              </a:spcAft>
              <a:buFontTx/>
              <a:buNone/>
              <a:defRPr sz="1081"/>
            </a:lvl4pPr>
            <a:lvl5pPr marL="769800" indent="0">
              <a:lnSpc>
                <a:spcPct val="100000"/>
              </a:lnSpc>
              <a:spcAft>
                <a:spcPts val="0"/>
              </a:spcAft>
              <a:buFontTx/>
              <a:buNone/>
              <a:defRPr sz="1081"/>
            </a:lvl5pPr>
          </a:lstStyle>
          <a:p>
            <a:pPr lvl="0"/>
            <a:r>
              <a:rPr lang="fr-FR"/>
              <a:t>Cliquez pour modifier les styles du texte du masque</a:t>
            </a:r>
          </a:p>
        </p:txBody>
      </p:sp>
    </p:spTree>
    <p:extLst>
      <p:ext uri="{BB962C8B-B14F-4D97-AF65-F5344CB8AC3E}">
        <p14:creationId xmlns:p14="http://schemas.microsoft.com/office/powerpoint/2010/main" val="1052082270"/>
      </p:ext>
    </p:extLst>
  </p:cSld>
  <p:clrMapOvr>
    <a:masterClrMapping/>
  </p:clrMapOvr>
  <p:hf hdr="0" ftr="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matchingName="Title Slide with Image" preserve="1" userDrawn="1">
  <p:cSld name="1_Title Slide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1" name="Picture Placeholder 4"/>
          <p:cNvSpPr>
            <a:spLocks noGrp="1"/>
          </p:cNvSpPr>
          <p:nvPr>
            <p:ph type="pic" sz="quarter" idx="10"/>
            <p:custDataLst>
              <p:tags r:id="rId2"/>
            </p:custDataLst>
          </p:nvPr>
        </p:nvSpPr>
        <p:spPr>
          <a:xfrm>
            <a:off x="0" y="0"/>
            <a:ext cx="12801600" cy="9601200"/>
          </a:xfrm>
          <a:noFill/>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2" name="Subtitle 2"/>
          <p:cNvSpPr>
            <a:spLocks noGrp="1"/>
          </p:cNvSpPr>
          <p:nvPr>
            <p:ph type="subTitle" idx="1"/>
          </p:nvPr>
        </p:nvSpPr>
        <p:spPr bwMode="ltGray">
          <a:xfrm>
            <a:off x="2" y="7609131"/>
            <a:ext cx="5493498" cy="385878"/>
          </a:xfrm>
          <a:solidFill>
            <a:schemeClr val="bg1"/>
          </a:solidFill>
        </p:spPr>
        <p:txBody>
          <a:bodyPr lIns="396000" tIns="72000" rIns="144000" bIns="162000">
            <a:spAutoFit/>
          </a:bodyPr>
          <a:lstStyle>
            <a:lvl1pPr marL="0" indent="0" algn="l">
              <a:spcAft>
                <a:spcPts val="0"/>
              </a:spcAft>
              <a:buNone/>
              <a:defRPr sz="972" b="1">
                <a:solidFill>
                  <a:schemeClr val="tx1"/>
                </a:solidFill>
              </a:defRPr>
            </a:lvl1pPr>
            <a:lvl2pPr marL="493770" indent="0" algn="ctr">
              <a:buNone/>
              <a:defRPr>
                <a:solidFill>
                  <a:schemeClr val="tx1">
                    <a:tint val="75000"/>
                  </a:schemeClr>
                </a:solidFill>
              </a:defRPr>
            </a:lvl2pPr>
            <a:lvl3pPr marL="987540" indent="0" algn="ctr">
              <a:buNone/>
              <a:defRPr>
                <a:solidFill>
                  <a:schemeClr val="tx1">
                    <a:tint val="75000"/>
                  </a:schemeClr>
                </a:solidFill>
              </a:defRPr>
            </a:lvl3pPr>
            <a:lvl4pPr marL="1481309" indent="0" algn="ctr">
              <a:buNone/>
              <a:defRPr>
                <a:solidFill>
                  <a:schemeClr val="tx1">
                    <a:tint val="75000"/>
                  </a:schemeClr>
                </a:solidFill>
              </a:defRPr>
            </a:lvl4pPr>
            <a:lvl5pPr marL="1975078" indent="0" algn="ctr">
              <a:buNone/>
              <a:defRPr>
                <a:solidFill>
                  <a:schemeClr val="tx1">
                    <a:tint val="75000"/>
                  </a:schemeClr>
                </a:solidFill>
              </a:defRPr>
            </a:lvl5pPr>
            <a:lvl6pPr marL="2468850" indent="0" algn="ctr">
              <a:buNone/>
              <a:defRPr>
                <a:solidFill>
                  <a:schemeClr val="tx1">
                    <a:tint val="75000"/>
                  </a:schemeClr>
                </a:solidFill>
              </a:defRPr>
            </a:lvl6pPr>
            <a:lvl7pPr marL="2962620" indent="0" algn="ctr">
              <a:buNone/>
              <a:defRPr>
                <a:solidFill>
                  <a:schemeClr val="tx1">
                    <a:tint val="75000"/>
                  </a:schemeClr>
                </a:solidFill>
              </a:defRPr>
            </a:lvl7pPr>
            <a:lvl8pPr marL="3456389" indent="0" algn="ctr">
              <a:buNone/>
              <a:defRPr>
                <a:solidFill>
                  <a:schemeClr val="tx1">
                    <a:tint val="75000"/>
                  </a:schemeClr>
                </a:solidFill>
              </a:defRPr>
            </a:lvl8pPr>
            <a:lvl9pPr marL="3950159" indent="0" algn="ctr">
              <a:buNone/>
              <a:defRPr>
                <a:solidFill>
                  <a:schemeClr val="tx1">
                    <a:tint val="75000"/>
                  </a:schemeClr>
                </a:solidFill>
              </a:defRPr>
            </a:lvl9pPr>
          </a:lstStyle>
          <a:p>
            <a:r>
              <a:rPr lang="fr-FR" noProof="0"/>
              <a:t>Modifiez le style des sous-titres du masque</a:t>
            </a:r>
          </a:p>
        </p:txBody>
      </p:sp>
      <p:sp>
        <p:nvSpPr>
          <p:cNvPr id="13" name="Title 1"/>
          <p:cNvSpPr>
            <a:spLocks noGrp="1"/>
          </p:cNvSpPr>
          <p:nvPr>
            <p:ph type="ctrTitle"/>
          </p:nvPr>
        </p:nvSpPr>
        <p:spPr bwMode="ltGray">
          <a:xfrm>
            <a:off x="2" y="7048544"/>
            <a:ext cx="5493498" cy="640898"/>
          </a:xfrm>
          <a:solidFill>
            <a:schemeClr val="bg1"/>
          </a:solidFill>
        </p:spPr>
        <p:txBody>
          <a:bodyPr lIns="396000" tIns="147600" rIns="144000" bIns="118800" anchor="b" anchorCtr="0">
            <a:spAutoFit/>
          </a:bodyPr>
          <a:lstStyle>
            <a:lvl1pPr algn="l">
              <a:lnSpc>
                <a:spcPts val="2915"/>
              </a:lnSpc>
              <a:defRPr sz="2484" baseline="0">
                <a:solidFill>
                  <a:schemeClr val="tx1"/>
                </a:solidFill>
              </a:defRPr>
            </a:lvl1pPr>
          </a:lstStyle>
          <a:p>
            <a:r>
              <a:rPr lang="fr-FR" noProof="0"/>
              <a:t>Modifiez le style du titre</a:t>
            </a:r>
          </a:p>
        </p:txBody>
      </p:sp>
      <p:sp>
        <p:nvSpPr>
          <p:cNvPr id="9" name="Status" hidden="1"/>
          <p:cNvSpPr txBox="1">
            <a:spLocks/>
          </p:cNvSpPr>
          <p:nvPr userDrawn="1">
            <p:custDataLst>
              <p:tags r:id="rId3"/>
            </p:custDataLst>
          </p:nvPr>
        </p:nvSpPr>
        <p:spPr bwMode="gray">
          <a:xfrm>
            <a:off x="12369684" y="2359846"/>
            <a:ext cx="431921" cy="182999"/>
          </a:xfrm>
          <a:prstGeom prst="rect">
            <a:avLst/>
          </a:prstGeom>
          <a:solidFill>
            <a:srgbClr val="DFDFDF"/>
          </a:solidFill>
        </p:spPr>
        <p:txBody>
          <a:bodyPr wrap="none" lIns="77760" tIns="0" rIns="349920" bIns="0" rtlCol="0" anchor="ctr">
            <a:spAutoFit/>
          </a:bodyPr>
          <a:lstStyle/>
          <a:p>
            <a:pPr algn="r"/>
            <a:endParaRPr lang="fr-FR" sz="1189" cap="none" baseline="0">
              <a:solidFill>
                <a:srgbClr val="000000"/>
              </a:solidFill>
              <a:latin typeface="Arial" panose="020B0604020202020204" pitchFamily="34" charset="0"/>
              <a:cs typeface="Arial" panose="020B0604020202020204" pitchFamily="34" charset="0"/>
            </a:endParaRPr>
          </a:p>
        </p:txBody>
      </p:sp>
      <p:sp>
        <p:nvSpPr>
          <p:cNvPr id="8" name="LogoFrame"/>
          <p:cNvSpPr>
            <a:spLocks/>
          </p:cNvSpPr>
          <p:nvPr userDrawn="1">
            <p:custDataLst>
              <p:tags r:id="rId4"/>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5">
              <a:solidFill>
                <a:schemeClr val="tx1"/>
              </a:solidFill>
            </a:endParaRPr>
          </a:p>
        </p:txBody>
      </p:sp>
      <p:pic>
        <p:nvPicPr>
          <p:cNvPr id="4" name="Image 3">
            <a:extLst>
              <a:ext uri="{FF2B5EF4-FFF2-40B4-BE49-F238E27FC236}">
                <a16:creationId xmlns:a16="http://schemas.microsoft.com/office/drawing/2014/main" id="{62A1E022-2D83-53F3-62BF-E22267E4D94A}"/>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0539275" y="487848"/>
            <a:ext cx="1192198" cy="996338"/>
          </a:xfrm>
          <a:prstGeom prst="rect">
            <a:avLst/>
          </a:prstGeom>
        </p:spPr>
      </p:pic>
    </p:spTree>
    <p:extLst>
      <p:ext uri="{BB962C8B-B14F-4D97-AF65-F5344CB8AC3E}">
        <p14:creationId xmlns:p14="http://schemas.microsoft.com/office/powerpoint/2010/main" val="1428379770"/>
      </p:ext>
    </p:extLst>
  </p:cSld>
  <p:clrMapOvr>
    <a:masterClrMapping/>
  </p:clrMapOvr>
  <p:hf hdr="0" ftr="0"/>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matchingName="Section Header" preserve="1" userDrawn="1">
  <p:cSld name="1_Section Header">
    <p:spTree>
      <p:nvGrpSpPr>
        <p:cNvPr id="1" name=""/>
        <p:cNvGrpSpPr/>
        <p:nvPr/>
      </p:nvGrpSpPr>
      <p:grpSpPr>
        <a:xfrm>
          <a:off x="0" y="0"/>
          <a:ext cx="0" cy="0"/>
          <a:chOff x="0" y="0"/>
          <a:chExt cx="0" cy="0"/>
        </a:xfrm>
      </p:grpSpPr>
      <p:sp>
        <p:nvSpPr>
          <p:cNvPr id="8" name="EcoBackground" hidden="1"/>
          <p:cNvSpPr/>
          <p:nvPr userDrawn="1">
            <p:custDataLst>
              <p:tags r:id="rId2"/>
            </p:custDataLst>
          </p:nvPr>
        </p:nvSpPr>
        <p:spPr bwMode="gray">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5">
              <a:solidFill>
                <a:srgbClr val="FFFFFF"/>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3"/>
            </p:custDataLst>
          </p:nvPr>
        </p:nvSpPr>
        <p:spPr>
          <a:xfrm>
            <a:off x="503750" y="3619439"/>
            <a:ext cx="4939849" cy="655696"/>
          </a:xfrm>
        </p:spPr>
        <p:txBody>
          <a:bodyPr lIns="36000" anchor="b" anchorCtr="0">
            <a:noAutofit/>
          </a:bodyPr>
          <a:lstStyle>
            <a:lvl1pPr algn="l">
              <a:defRPr sz="2484" b="0" cap="none" baseline="0">
                <a:solidFill>
                  <a:schemeClr val="tx1"/>
                </a:solidFill>
              </a:defRPr>
            </a:lvl1pPr>
          </a:lstStyle>
          <a:p>
            <a:r>
              <a:rPr lang="fr-FR"/>
              <a:t>Modifiez le style du titre</a:t>
            </a:r>
          </a:p>
        </p:txBody>
      </p:sp>
      <p:sp>
        <p:nvSpPr>
          <p:cNvPr id="9" name="Status" hidden="1"/>
          <p:cNvSpPr txBox="1">
            <a:spLocks/>
          </p:cNvSpPr>
          <p:nvPr userDrawn="1">
            <p:custDataLst>
              <p:tags r:id="rId4"/>
            </p:custDataLst>
          </p:nvPr>
        </p:nvSpPr>
        <p:spPr bwMode="gray">
          <a:xfrm>
            <a:off x="12369684" y="2359846"/>
            <a:ext cx="431921" cy="182999"/>
          </a:xfrm>
          <a:prstGeom prst="rect">
            <a:avLst/>
          </a:prstGeom>
          <a:solidFill>
            <a:srgbClr val="DFDFDF"/>
          </a:solidFill>
        </p:spPr>
        <p:txBody>
          <a:bodyPr wrap="none" lIns="77760" tIns="0" rIns="349920" bIns="0" rtlCol="0" anchor="ctr">
            <a:spAutoFit/>
          </a:bodyPr>
          <a:lstStyle/>
          <a:p>
            <a:pPr algn="r"/>
            <a:endParaRPr lang="fr-FR" sz="1189" cap="none" baseline="0">
              <a:solidFill>
                <a:srgbClr val="000000"/>
              </a:solidFill>
              <a:latin typeface="Arial" panose="020B0604020202020204" pitchFamily="34" charset="0"/>
              <a:cs typeface="Arial" panose="020B0604020202020204" pitchFamily="34" charset="0"/>
            </a:endParaRPr>
          </a:p>
        </p:txBody>
      </p:sp>
      <p:pic>
        <p:nvPicPr>
          <p:cNvPr id="5" name="Image 4">
            <a:extLst>
              <a:ext uri="{FF2B5EF4-FFF2-40B4-BE49-F238E27FC236}">
                <a16:creationId xmlns:a16="http://schemas.microsoft.com/office/drawing/2014/main" id="{E49EA6EC-4BBB-D6F1-11D0-8F750A2D8651}"/>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1410560" y="8625078"/>
            <a:ext cx="818676" cy="684180"/>
          </a:xfrm>
          <a:prstGeom prst="rect">
            <a:avLst/>
          </a:prstGeom>
        </p:spPr>
      </p:pic>
    </p:spTree>
    <p:extLst>
      <p:ext uri="{BB962C8B-B14F-4D97-AF65-F5344CB8AC3E}">
        <p14:creationId xmlns:p14="http://schemas.microsoft.com/office/powerpoint/2010/main" val="80992669"/>
      </p:ext>
    </p:extLst>
  </p:cSld>
  <p:clrMapOvr>
    <a:masterClrMapping/>
  </p:clrMapOvr>
  <p:hf hdr="0" ftr="0"/>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matchingName="Section Header with Image" preserve="1" userDrawn="1">
  <p:cSld name="1_Section Header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0"/>
            <p:custDataLst>
              <p:tags r:id="rId2"/>
            </p:custDataLst>
          </p:nvPr>
        </p:nvSpPr>
        <p:spPr>
          <a:xfrm>
            <a:off x="0" y="0"/>
            <a:ext cx="12801600" cy="8308829"/>
          </a:xfrm>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3" name="EcoBackground" hidden="1"/>
          <p:cNvSpPr/>
          <p:nvPr userDrawn="1">
            <p:custDataLst>
              <p:tags r:id="rId3"/>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5" noProof="0"/>
          </a:p>
        </p:txBody>
      </p:sp>
      <p:sp>
        <p:nvSpPr>
          <p:cNvPr id="6" name="Hider"/>
          <p:cNvSpPr/>
          <p:nvPr userDrawn="1"/>
        </p:nvSpPr>
        <p:spPr bwMode="white">
          <a:xfrm>
            <a:off x="0" y="8308829"/>
            <a:ext cx="12801600" cy="129237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945" noProof="0"/>
          </a:p>
        </p:txBody>
      </p:sp>
      <p:sp>
        <p:nvSpPr>
          <p:cNvPr id="10" name="Status" hidden="1"/>
          <p:cNvSpPr txBox="1">
            <a:spLocks/>
          </p:cNvSpPr>
          <p:nvPr userDrawn="1">
            <p:custDataLst>
              <p:tags r:id="rId4"/>
            </p:custDataLst>
          </p:nvPr>
        </p:nvSpPr>
        <p:spPr bwMode="gray">
          <a:xfrm>
            <a:off x="12369684" y="2359846"/>
            <a:ext cx="431921" cy="182999"/>
          </a:xfrm>
          <a:prstGeom prst="rect">
            <a:avLst/>
          </a:prstGeom>
          <a:solidFill>
            <a:srgbClr val="DFDFDF"/>
          </a:solidFill>
        </p:spPr>
        <p:txBody>
          <a:bodyPr wrap="none" lIns="77760" tIns="0" rIns="349920" bIns="0" rtlCol="0" anchor="ctr">
            <a:spAutoFit/>
          </a:bodyPr>
          <a:lstStyle/>
          <a:p>
            <a:pPr algn="r"/>
            <a:endParaRPr lang="fr-FR" sz="1189" cap="none" baseline="0">
              <a:solidFill>
                <a:srgbClr val="000000"/>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5"/>
            </p:custDataLst>
          </p:nvPr>
        </p:nvSpPr>
        <p:spPr bwMode="ltGray">
          <a:xfrm>
            <a:off x="0" y="3643987"/>
            <a:ext cx="5493600" cy="673097"/>
          </a:xfrm>
          <a:solidFill>
            <a:schemeClr val="bg1"/>
          </a:solidFill>
        </p:spPr>
        <p:txBody>
          <a:bodyPr lIns="396000" tIns="144000" bIns="144000" anchor="ctr" anchorCtr="0">
            <a:spAutoFit/>
          </a:bodyPr>
          <a:lstStyle>
            <a:lvl1pPr algn="l">
              <a:defRPr sz="2484" b="0" cap="none" baseline="0">
                <a:solidFill>
                  <a:schemeClr val="tx1"/>
                </a:solidFill>
              </a:defRPr>
            </a:lvl1pPr>
          </a:lstStyle>
          <a:p>
            <a:r>
              <a:rPr lang="fr-FR" noProof="0"/>
              <a:t>Modifiez le style du titre</a:t>
            </a:r>
          </a:p>
        </p:txBody>
      </p:sp>
      <p:pic>
        <p:nvPicPr>
          <p:cNvPr id="5" name="Image 4">
            <a:extLst>
              <a:ext uri="{FF2B5EF4-FFF2-40B4-BE49-F238E27FC236}">
                <a16:creationId xmlns:a16="http://schemas.microsoft.com/office/drawing/2014/main" id="{3BEE91F3-563F-F892-C6D2-E74A38A0B33B}"/>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1410560" y="8625078"/>
            <a:ext cx="818676" cy="684180"/>
          </a:xfrm>
          <a:prstGeom prst="rect">
            <a:avLst/>
          </a:prstGeom>
        </p:spPr>
      </p:pic>
    </p:spTree>
    <p:extLst>
      <p:ext uri="{BB962C8B-B14F-4D97-AF65-F5344CB8AC3E}">
        <p14:creationId xmlns:p14="http://schemas.microsoft.com/office/powerpoint/2010/main" val="3092413779"/>
      </p:ext>
    </p:extLst>
  </p:cSld>
  <p:clrMapOvr>
    <a:masterClrMapping/>
  </p:clrMapOvr>
  <p:hf hdr="0" ftr="0"/>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Image and Content 2/3 - 1/3" preserve="1" userDrawn="1">
  <p:cSld name="1_Image and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7" name="Picture Placeholder 6"/>
          <p:cNvSpPr>
            <a:spLocks noGrp="1"/>
          </p:cNvSpPr>
          <p:nvPr>
            <p:ph type="pic" sz="quarter" idx="12"/>
          </p:nvPr>
        </p:nvSpPr>
        <p:spPr>
          <a:xfrm>
            <a:off x="351156" y="2624328"/>
            <a:ext cx="8065453" cy="6048756"/>
          </a:xfrm>
        </p:spPr>
        <p:txBody>
          <a:bodyPr lIns="0" bIns="432000" anchor="ctr" anchorCtr="0"/>
          <a:lstStyle>
            <a:lvl1pPr marL="0" indent="0" algn="ctr">
              <a:buNone/>
              <a:defRPr>
                <a:solidFill>
                  <a:srgbClr val="808080"/>
                </a:solidFill>
              </a:defRPr>
            </a:lvl1pPr>
          </a:lstStyle>
          <a:p>
            <a:r>
              <a:rPr lang="fr-FR"/>
              <a:t>Cliquez sur l'icône pour ajouter une image</a:t>
            </a:r>
          </a:p>
        </p:txBody>
      </p:sp>
      <p:sp>
        <p:nvSpPr>
          <p:cNvPr id="9" name="Content Placeholder 8"/>
          <p:cNvSpPr>
            <a:spLocks noGrp="1"/>
          </p:cNvSpPr>
          <p:nvPr>
            <p:ph sz="quarter" idx="13"/>
          </p:nvPr>
        </p:nvSpPr>
        <p:spPr>
          <a:xfrm>
            <a:off x="8517839" y="2624328"/>
            <a:ext cx="3830376" cy="6048756"/>
          </a:xfrm>
        </p:spPr>
        <p:txBody>
          <a:bodyPr/>
          <a:lstStyle>
            <a:lvl1pPr>
              <a:defRPr sz="1728"/>
            </a:lvl1pPr>
            <a:lvl2pPr>
              <a:defRPr sz="1620"/>
            </a:lvl2pPr>
            <a:lvl3pPr>
              <a:defRPr sz="1512"/>
            </a:lvl3pPr>
            <a:lvl4pPr>
              <a:defRPr sz="1404"/>
            </a:lvl4pPr>
            <a:lvl5pPr>
              <a:defRPr sz="1296"/>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0209394"/>
      </p:ext>
    </p:extLst>
  </p:cSld>
  <p:clrMapOvr>
    <a:masterClrMapping/>
  </p:clrMapOvr>
  <p:hf hdr="0" ftr="0"/>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Image and Content 1/3 - 2/3" preserve="1" userDrawn="1">
  <p:cSld name="1_Image and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4" name="Picture Placeholder 3"/>
          <p:cNvSpPr>
            <a:spLocks noGrp="1"/>
          </p:cNvSpPr>
          <p:nvPr>
            <p:ph type="pic" sz="quarter" idx="13"/>
          </p:nvPr>
        </p:nvSpPr>
        <p:spPr>
          <a:xfrm>
            <a:off x="351152" y="2624334"/>
            <a:ext cx="3931200" cy="6048755"/>
          </a:xfrm>
        </p:spPr>
        <p:txBody>
          <a:bodyPr lIns="0" bIns="432000" anchor="ctr" anchorCtr="0"/>
          <a:lstStyle>
            <a:lvl1pPr marL="0" indent="0" algn="ctr">
              <a:buNone/>
              <a:defRPr>
                <a:solidFill>
                  <a:srgbClr val="808080"/>
                </a:solidFill>
              </a:defRPr>
            </a:lvl1pPr>
          </a:lstStyle>
          <a:p>
            <a:r>
              <a:rPr lang="fr-FR"/>
              <a:t>Cliquez sur l'icône pour ajouter une image</a:t>
            </a:r>
          </a:p>
        </p:txBody>
      </p:sp>
      <p:sp>
        <p:nvSpPr>
          <p:cNvPr id="8" name="Content Placeholder 7"/>
          <p:cNvSpPr>
            <a:spLocks noGrp="1"/>
          </p:cNvSpPr>
          <p:nvPr>
            <p:ph sz="quarter" idx="14"/>
          </p:nvPr>
        </p:nvSpPr>
        <p:spPr>
          <a:xfrm>
            <a:off x="4384997" y="2624328"/>
            <a:ext cx="7963218" cy="604875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733183964"/>
      </p:ext>
    </p:extLst>
  </p:cSld>
  <p:clrMapOvr>
    <a:masterClrMapping/>
  </p:clrMapOvr>
  <p:hf hdr="0" ftr="0"/>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wo Content 1/3 - 2/3" preserve="1" userDrawn="1">
  <p:cSld name="1_Two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9" name="Content Placeholder 8"/>
          <p:cNvSpPr>
            <a:spLocks noGrp="1"/>
          </p:cNvSpPr>
          <p:nvPr>
            <p:ph sz="quarter" idx="13"/>
          </p:nvPr>
        </p:nvSpPr>
        <p:spPr>
          <a:xfrm>
            <a:off x="5189539" y="2624328"/>
            <a:ext cx="7158673"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Content Placeholder 8"/>
          <p:cNvSpPr>
            <a:spLocks noGrp="1"/>
          </p:cNvSpPr>
          <p:nvPr>
            <p:ph sz="quarter" idx="14"/>
          </p:nvPr>
        </p:nvSpPr>
        <p:spPr>
          <a:xfrm>
            <a:off x="351159" y="2624328"/>
            <a:ext cx="4033839"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699251954"/>
      </p:ext>
    </p:extLst>
  </p:cSld>
  <p:clrMapOvr>
    <a:masterClrMapping/>
  </p:clrMapOvr>
  <p:hf hdr="0" ftr="0"/>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wo Content 2/3 - 1/3" preserve="1" userDrawn="1">
  <p:cSld name="1_Two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9" name="Content Placeholder 8"/>
          <p:cNvSpPr>
            <a:spLocks noGrp="1"/>
          </p:cNvSpPr>
          <p:nvPr>
            <p:ph sz="quarter" idx="13"/>
          </p:nvPr>
        </p:nvSpPr>
        <p:spPr>
          <a:xfrm>
            <a:off x="351155" y="2624328"/>
            <a:ext cx="7259934"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Content Placeholder 8"/>
          <p:cNvSpPr>
            <a:spLocks noGrp="1"/>
          </p:cNvSpPr>
          <p:nvPr>
            <p:ph sz="quarter" idx="14"/>
          </p:nvPr>
        </p:nvSpPr>
        <p:spPr>
          <a:xfrm>
            <a:off x="8416613" y="2624328"/>
            <a:ext cx="3931602" cy="6048756"/>
          </a:xfrm>
        </p:spPr>
        <p:txBody>
          <a:bodyPr/>
          <a:lstStyle>
            <a:lvl1pPr>
              <a:defRPr sz="1728"/>
            </a:lvl1pPr>
            <a:lvl2pPr>
              <a:defRPr sz="1620"/>
            </a:lvl2pPr>
            <a:lvl3pPr>
              <a:defRPr sz="1512"/>
            </a:lvl3pPr>
            <a:lvl4pPr>
              <a:defRPr sz="1404"/>
            </a:lvl4pPr>
            <a:lvl5pPr>
              <a:defRPr sz="1296"/>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71275919"/>
      </p:ext>
    </p:extLst>
  </p:cSld>
  <p:clrMapOvr>
    <a:masterClrMapping/>
  </p:clrMapOvr>
  <p:hf hdr="0" ftr="0"/>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nd full width Content" preserve="1" userDrawn="1">
  <p:cSld name="1_Title and full width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5" name="Content Placeholder 4"/>
          <p:cNvSpPr>
            <a:spLocks noGrp="1"/>
          </p:cNvSpPr>
          <p:nvPr>
            <p:ph sz="quarter" idx="12"/>
          </p:nvPr>
        </p:nvSpPr>
        <p:spPr>
          <a:xfrm>
            <a:off x="351158" y="2624327"/>
            <a:ext cx="11997057"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018991559"/>
      </p:ext>
    </p:extLst>
  </p:cSld>
  <p:clrMapOvr>
    <a:masterClrMapping/>
  </p:clrMapOvr>
  <p:hf hdr="0" ftr="0"/>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Key Message" preserve="1" userDrawn="1">
  <p:cSld name="1_Key Message">
    <p:spTree>
      <p:nvGrpSpPr>
        <p:cNvPr id="1" name=""/>
        <p:cNvGrpSpPr/>
        <p:nvPr/>
      </p:nvGrpSpPr>
      <p:grpSpPr>
        <a:xfrm>
          <a:off x="0" y="0"/>
          <a:ext cx="0" cy="0"/>
          <a:chOff x="0" y="0"/>
          <a:chExt cx="0" cy="0"/>
        </a:xfrm>
      </p:grpSpPr>
      <p:sp>
        <p:nvSpPr>
          <p:cNvPr id="2" name="Title 1"/>
          <p:cNvSpPr>
            <a:spLocks noGrp="1"/>
          </p:cNvSpPr>
          <p:nvPr>
            <p:ph type="title"/>
          </p:nvPr>
        </p:nvSpPr>
        <p:spPr>
          <a:xfrm>
            <a:off x="351158" y="203611"/>
            <a:ext cx="10081260" cy="888374"/>
          </a:xfrm>
        </p:spPr>
        <p:txBody>
          <a:bodyPr>
            <a:noAutofit/>
          </a:bodyPr>
          <a:lstStyle>
            <a:lvl1pPr>
              <a:defRPr>
                <a:solidFill>
                  <a:schemeClr val="tx1"/>
                </a:solidFill>
              </a:defRPr>
            </a:lvl1pPr>
          </a:lstStyle>
          <a:p>
            <a:r>
              <a:rPr lang="fr-FR"/>
              <a:t>Modifiez le style du titre</a:t>
            </a:r>
          </a:p>
        </p:txBody>
      </p:sp>
      <p:sp>
        <p:nvSpPr>
          <p:cNvPr id="6" name="Table Placeholder 5"/>
          <p:cNvSpPr>
            <a:spLocks noGrp="1"/>
          </p:cNvSpPr>
          <p:nvPr>
            <p:ph type="tbl" sz="quarter" idx="12"/>
          </p:nvPr>
        </p:nvSpPr>
        <p:spPr>
          <a:xfrm>
            <a:off x="4485009" y="1720216"/>
            <a:ext cx="7863205" cy="6710172"/>
          </a:xfrm>
        </p:spPr>
        <p:txBody>
          <a:bodyPr bIns="432000" anchor="ctr" anchorCtr="0"/>
          <a:lstStyle>
            <a:lvl1pPr marL="0" indent="0" algn="ctr">
              <a:buNone/>
              <a:defRPr>
                <a:solidFill>
                  <a:srgbClr val="808080"/>
                </a:solidFill>
              </a:defRPr>
            </a:lvl1pPr>
          </a:lstStyle>
          <a:p>
            <a:r>
              <a:rPr lang="fr-FR"/>
              <a:t>Cliquez sur l'icône pour ajouter un tableau</a:t>
            </a:r>
          </a:p>
        </p:txBody>
      </p:sp>
      <p:sp>
        <p:nvSpPr>
          <p:cNvPr id="8" name="Text Placeholder 6"/>
          <p:cNvSpPr>
            <a:spLocks noGrp="1"/>
          </p:cNvSpPr>
          <p:nvPr>
            <p:ph type="body" sz="quarter" idx="13"/>
          </p:nvPr>
        </p:nvSpPr>
        <p:spPr bwMode="ltGray">
          <a:xfrm>
            <a:off x="444502" y="1719301"/>
            <a:ext cx="3831799" cy="677219"/>
          </a:xfrm>
          <a:solidFill>
            <a:schemeClr val="accent1"/>
          </a:solidFill>
        </p:spPr>
        <p:txBody>
          <a:bodyPr lIns="108000" tIns="72000" rIns="108000" bIns="72000" anchor="t" anchorCtr="0">
            <a:spAutoFit/>
          </a:bodyPr>
          <a:lstStyle>
            <a:lvl1pPr marL="0" indent="0">
              <a:spcAft>
                <a:spcPts val="0"/>
              </a:spcAft>
              <a:buNone/>
              <a:defRPr b="1">
                <a:solidFill>
                  <a:srgbClr val="FFFFFF"/>
                </a:solidFill>
              </a:defRPr>
            </a:lvl1pPr>
          </a:lstStyle>
          <a:p>
            <a:pPr lvl="0"/>
            <a:r>
              <a:rPr lang="fr-FR"/>
              <a:t>Cliquez pour modifier les styles du texte du masque</a:t>
            </a:r>
          </a:p>
        </p:txBody>
      </p:sp>
    </p:spTree>
    <p:extLst>
      <p:ext uri="{BB962C8B-B14F-4D97-AF65-F5344CB8AC3E}">
        <p14:creationId xmlns:p14="http://schemas.microsoft.com/office/powerpoint/2010/main" val="3125948059"/>
      </p:ext>
    </p:extLst>
  </p:cSld>
  <p:clrMapOvr>
    <a:masterClrMapping/>
  </p:clrMapOvr>
  <p:hf hdr="0" ftr="0"/>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Only"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3051547849"/>
      </p:ext>
    </p:extLst>
  </p:cSld>
  <p:clrMapOvr>
    <a:masterClrMapping/>
  </p:clrMapOvr>
  <p:hf hdr="0" ftr="0"/>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Agenda" type="titleOnly" preserve="1">
  <p:cSld name="1_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1328231448"/>
      </p:ext>
    </p:extLst>
  </p:cSld>
  <p:clrMapOvr>
    <a:masterClrMapping/>
  </p:clrMapOvr>
  <p:hf hdr="0" ftr="0"/>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Blank"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0721893"/>
      </p:ext>
    </p:extLst>
  </p:cSld>
  <p:clrMapOvr>
    <a:masterClrMapping/>
  </p:clrMapOvr>
  <p:hf hdr="0" ftr="0"/>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Title Slide">
    <p:spTree>
      <p:nvGrpSpPr>
        <p:cNvPr id="1" name=""/>
        <p:cNvGrpSpPr/>
        <p:nvPr/>
      </p:nvGrpSpPr>
      <p:grpSpPr>
        <a:xfrm>
          <a:off x="0" y="0"/>
          <a:ext cx="0" cy="0"/>
          <a:chOff x="0" y="0"/>
          <a:chExt cx="0" cy="0"/>
        </a:xfrm>
      </p:grpSpPr>
      <p:sp>
        <p:nvSpPr>
          <p:cNvPr id="2"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rgbClr val="FFFFFF"/>
              </a:solidFill>
              <a:latin typeface="Arial" panose="020B0604020202020204" pitchFamily="34" charset="0"/>
              <a:cs typeface="Arial" panose="020B0604020202020204" pitchFamily="34" charset="0"/>
            </a:endParaRPr>
          </a:p>
        </p:txBody>
      </p:sp>
      <p:sp>
        <p:nvSpPr>
          <p:cNvPr id="8" name="Title 1"/>
          <p:cNvSpPr>
            <a:spLocks noGrp="1"/>
          </p:cNvSpPr>
          <p:nvPr>
            <p:ph type="ctrTitle"/>
            <p:custDataLst>
              <p:tags r:id="rId3"/>
            </p:custDataLst>
          </p:nvPr>
        </p:nvSpPr>
        <p:spPr>
          <a:xfrm>
            <a:off x="553405" y="7064551"/>
            <a:ext cx="4940098" cy="424859"/>
          </a:xfrm>
        </p:spPr>
        <p:txBody>
          <a:bodyPr vert="horz" wrap="square" lIns="0" tIns="0" rIns="0" bIns="0" rtlCol="0" anchor="b" anchorCtr="0">
            <a:spAutoFit/>
          </a:bodyPr>
          <a:lstStyle>
            <a:lvl1pPr>
              <a:defRPr lang="en-GB" sz="2761" b="0" cap="none" baseline="0" noProof="0" dirty="0">
                <a:solidFill>
                  <a:schemeClr val="tx1"/>
                </a:solidFill>
              </a:defRPr>
            </a:lvl1pPr>
          </a:lstStyle>
          <a:p>
            <a:pPr lvl="0"/>
            <a:r>
              <a:rPr lang="fr-FR" noProof="0"/>
              <a:t>Modifiez le style du titre</a:t>
            </a:r>
          </a:p>
        </p:txBody>
      </p:sp>
      <p:sp>
        <p:nvSpPr>
          <p:cNvPr id="9" name="Subtitle 2"/>
          <p:cNvSpPr>
            <a:spLocks noGrp="1"/>
          </p:cNvSpPr>
          <p:nvPr>
            <p:ph type="subTitle" idx="1"/>
            <p:custDataLst>
              <p:tags r:id="rId4"/>
            </p:custDataLst>
          </p:nvPr>
        </p:nvSpPr>
        <p:spPr>
          <a:xfrm>
            <a:off x="553406" y="7729234"/>
            <a:ext cx="4940096" cy="166328"/>
          </a:xfrm>
        </p:spPr>
        <p:txBody>
          <a:bodyPr wrap="square" lIns="0">
            <a:spAutoFit/>
          </a:bodyPr>
          <a:lstStyle>
            <a:lvl1pPr marL="0" indent="0" algn="l">
              <a:spcAft>
                <a:spcPts val="0"/>
              </a:spcAft>
              <a:buNone/>
              <a:defRPr sz="1081" b="1">
                <a:solidFill>
                  <a:schemeClr val="tx1"/>
                </a:solidFill>
              </a:defRPr>
            </a:lvl1pPr>
            <a:lvl2pPr marL="548633" indent="0" algn="ctr">
              <a:buNone/>
              <a:defRPr>
                <a:solidFill>
                  <a:schemeClr val="tx1">
                    <a:tint val="75000"/>
                  </a:schemeClr>
                </a:solidFill>
              </a:defRPr>
            </a:lvl2pPr>
            <a:lvl3pPr marL="1097265" indent="0" algn="ctr">
              <a:buNone/>
              <a:defRPr>
                <a:solidFill>
                  <a:schemeClr val="tx1">
                    <a:tint val="75000"/>
                  </a:schemeClr>
                </a:solidFill>
              </a:defRPr>
            </a:lvl3pPr>
            <a:lvl4pPr marL="1645900" indent="0" algn="ctr">
              <a:buNone/>
              <a:defRPr>
                <a:solidFill>
                  <a:schemeClr val="tx1">
                    <a:tint val="75000"/>
                  </a:schemeClr>
                </a:solidFill>
              </a:defRPr>
            </a:lvl4pPr>
            <a:lvl5pPr marL="2194532" indent="0" algn="ctr">
              <a:buNone/>
              <a:defRPr>
                <a:solidFill>
                  <a:schemeClr val="tx1">
                    <a:tint val="75000"/>
                  </a:schemeClr>
                </a:solidFill>
              </a:defRPr>
            </a:lvl5pPr>
            <a:lvl6pPr marL="2743166" indent="0" algn="ctr">
              <a:buNone/>
              <a:defRPr>
                <a:solidFill>
                  <a:schemeClr val="tx1">
                    <a:tint val="75000"/>
                  </a:schemeClr>
                </a:solidFill>
              </a:defRPr>
            </a:lvl6pPr>
            <a:lvl7pPr marL="3291799" indent="0" algn="ctr">
              <a:buNone/>
              <a:defRPr>
                <a:solidFill>
                  <a:schemeClr val="tx1">
                    <a:tint val="75000"/>
                  </a:schemeClr>
                </a:solidFill>
              </a:defRPr>
            </a:lvl7pPr>
            <a:lvl8pPr marL="3840432" indent="0" algn="ctr">
              <a:buNone/>
              <a:defRPr>
                <a:solidFill>
                  <a:schemeClr val="tx1">
                    <a:tint val="75000"/>
                  </a:schemeClr>
                </a:solidFill>
              </a:defRPr>
            </a:lvl8pPr>
            <a:lvl9pPr marL="4389064" indent="0" algn="ctr">
              <a:buNone/>
              <a:defRPr>
                <a:solidFill>
                  <a:schemeClr val="tx1">
                    <a:tint val="75000"/>
                  </a:schemeClr>
                </a:solidFill>
              </a:defRPr>
            </a:lvl9pPr>
          </a:lstStyle>
          <a:p>
            <a:r>
              <a:rPr lang="fr-FR" noProof="0"/>
              <a:t>Modifiez le style des sous-titres du masque</a:t>
            </a:r>
          </a:p>
        </p:txBody>
      </p:sp>
      <p:sp>
        <p:nvSpPr>
          <p:cNvPr id="11" name="Status" hidden="1"/>
          <p:cNvSpPr txBox="1">
            <a:spLocks/>
          </p:cNvSpPr>
          <p:nvPr userDrawn="1">
            <p:custDataLst>
              <p:tags r:id="rId5"/>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pic>
        <p:nvPicPr>
          <p:cNvPr id="4" name="Image 3">
            <a:extLst>
              <a:ext uri="{FF2B5EF4-FFF2-40B4-BE49-F238E27FC236}">
                <a16:creationId xmlns:a16="http://schemas.microsoft.com/office/drawing/2014/main" id="{62FF274F-6D8C-9619-187C-7F3D75AB769C}"/>
              </a:ext>
            </a:extLst>
          </p:cNvPr>
          <p:cNvPicPr>
            <a:picLocks noChangeAspect="1"/>
          </p:cNvPicPr>
          <p:nvPr userDrawn="1">
            <p:custDataLst>
              <p:tags r:id="rId6"/>
            </p:custDataLst>
          </p:nvPr>
        </p:nvPicPr>
        <p:blipFill>
          <a:blip r:embed="rId8">
            <a:extLst>
              <a:ext uri="{28A0092B-C50C-407E-A947-70E740481C1C}">
                <a14:useLocalDpi xmlns:a14="http://schemas.microsoft.com/office/drawing/2010/main" val="0"/>
              </a:ext>
            </a:extLst>
          </a:blip>
          <a:stretch>
            <a:fillRect/>
          </a:stretch>
        </p:blipFill>
        <p:spPr bwMode="gray">
          <a:xfrm>
            <a:off x="10532603" y="518994"/>
            <a:ext cx="1345551" cy="1124497"/>
          </a:xfrm>
          <a:prstGeom prst="rect">
            <a:avLst/>
          </a:prstGeom>
        </p:spPr>
      </p:pic>
    </p:spTree>
    <p:extLst>
      <p:ext uri="{BB962C8B-B14F-4D97-AF65-F5344CB8AC3E}">
        <p14:creationId xmlns:p14="http://schemas.microsoft.com/office/powerpoint/2010/main" val="1777165035"/>
      </p:ext>
    </p:extLst>
  </p:cSld>
  <p:clrMapOvr>
    <a:masterClrMapping/>
  </p:clrMapOvr>
  <p:hf hdr="0" ftr="0"/>
  <p:extLst>
    <p:ext uri="{DCECCB84-F9BA-43D5-87BE-67443E8EF086}">
      <p15:sldGuideLst xmlns:p15="http://schemas.microsoft.com/office/powerpoint/2012/main">
        <p15:guide id="1" pos="261" userDrawn="1">
          <p15:clr>
            <a:srgbClr val="FBAE40"/>
          </p15:clr>
        </p15:guide>
        <p15:guide id="2" orient="horz" pos="3871" userDrawn="1">
          <p15:clr>
            <a:srgbClr val="FBAE40"/>
          </p15:clr>
        </p15:guide>
        <p15:guide id="3" orient="horz" pos="4154"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1157" y="203609"/>
            <a:ext cx="10082092" cy="1815310"/>
          </a:xfrm>
        </p:spPr>
        <p:txBody>
          <a:bodyPr/>
          <a:lstStyle/>
          <a:p>
            <a:r>
              <a:rPr lang="fr-FR" noProof="0"/>
              <a:t>Modifiez le style du titre</a:t>
            </a:r>
          </a:p>
        </p:txBody>
      </p:sp>
      <p:sp>
        <p:nvSpPr>
          <p:cNvPr id="3" name="Content Placeholder 2"/>
          <p:cNvSpPr>
            <a:spLocks noGrp="1"/>
          </p:cNvSpPr>
          <p:nvPr>
            <p:ph idx="1"/>
          </p:nvPr>
        </p:nvSpPr>
        <p:spPr>
          <a:xfrm>
            <a:off x="351155" y="2624328"/>
            <a:ext cx="8065453" cy="6048756"/>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Text Placeholder 5"/>
          <p:cNvSpPr>
            <a:spLocks noGrp="1"/>
          </p:cNvSpPr>
          <p:nvPr>
            <p:ph type="body" sz="quarter" idx="12"/>
          </p:nvPr>
        </p:nvSpPr>
        <p:spPr>
          <a:xfrm>
            <a:off x="10534651" y="2623080"/>
            <a:ext cx="1813560" cy="6050006"/>
          </a:xfrm>
        </p:spPr>
        <p:txBody>
          <a:bodyPr/>
          <a:lstStyle>
            <a:lvl1pPr marL="0" indent="0">
              <a:lnSpc>
                <a:spcPts val="1441"/>
              </a:lnSpc>
              <a:spcAft>
                <a:spcPts val="0"/>
              </a:spcAft>
              <a:buFontTx/>
              <a:buNone/>
              <a:defRPr sz="1200">
                <a:solidFill>
                  <a:schemeClr val="tx2"/>
                </a:solidFill>
              </a:defRPr>
            </a:lvl1pPr>
            <a:lvl2pPr marL="259197" indent="0">
              <a:lnSpc>
                <a:spcPct val="100000"/>
              </a:lnSpc>
              <a:spcAft>
                <a:spcPts val="0"/>
              </a:spcAft>
              <a:buFontTx/>
              <a:buNone/>
              <a:defRPr sz="1200"/>
            </a:lvl2pPr>
            <a:lvl3pPr marL="431995" indent="0">
              <a:lnSpc>
                <a:spcPct val="100000"/>
              </a:lnSpc>
              <a:spcAft>
                <a:spcPts val="0"/>
              </a:spcAft>
              <a:buFontTx/>
              <a:buNone/>
              <a:defRPr sz="1200"/>
            </a:lvl3pPr>
            <a:lvl4pPr marL="647692" indent="0">
              <a:lnSpc>
                <a:spcPct val="100000"/>
              </a:lnSpc>
              <a:spcAft>
                <a:spcPts val="0"/>
              </a:spcAft>
              <a:buFontTx/>
              <a:buNone/>
              <a:defRPr sz="1200"/>
            </a:lvl4pPr>
            <a:lvl5pPr marL="855333" indent="0">
              <a:lnSpc>
                <a:spcPct val="100000"/>
              </a:lnSpc>
              <a:spcAft>
                <a:spcPts val="0"/>
              </a:spcAft>
              <a:buFontTx/>
              <a:buNone/>
              <a:defRPr sz="1200"/>
            </a:lvl5pPr>
          </a:lstStyle>
          <a:p>
            <a:pPr lvl="0"/>
            <a:r>
              <a:rPr lang="fr-FR"/>
              <a:t>Cliquez pour modifier les styles du texte du masque</a:t>
            </a:r>
          </a:p>
        </p:txBody>
      </p:sp>
    </p:spTree>
    <p:extLst>
      <p:ext uri="{BB962C8B-B14F-4D97-AF65-F5344CB8AC3E}">
        <p14:creationId xmlns:p14="http://schemas.microsoft.com/office/powerpoint/2010/main" val="3154115488"/>
      </p:ext>
    </p:extLst>
  </p:cSld>
  <p:clrMapOvr>
    <a:masterClrMapping/>
  </p:clrMapOvr>
  <p:hf hdr="0" ftr="0"/>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matchingName="Title Slide with Image" preserve="1" userDrawn="1">
  <p:cSld name="Title Slide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1" name="Picture Placeholder 4"/>
          <p:cNvSpPr>
            <a:spLocks noGrp="1"/>
          </p:cNvSpPr>
          <p:nvPr>
            <p:ph type="pic" sz="quarter" idx="10"/>
            <p:custDataLst>
              <p:tags r:id="rId2"/>
            </p:custDataLst>
          </p:nvPr>
        </p:nvSpPr>
        <p:spPr>
          <a:xfrm>
            <a:off x="0" y="0"/>
            <a:ext cx="12801600" cy="9601200"/>
          </a:xfrm>
          <a:noFill/>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2" name="Subtitle 2"/>
          <p:cNvSpPr>
            <a:spLocks noGrp="1"/>
          </p:cNvSpPr>
          <p:nvPr>
            <p:ph type="subTitle" idx="1"/>
          </p:nvPr>
        </p:nvSpPr>
        <p:spPr bwMode="ltGray">
          <a:xfrm>
            <a:off x="2" y="7609129"/>
            <a:ext cx="5493498" cy="402613"/>
          </a:xfrm>
          <a:solidFill>
            <a:schemeClr val="bg1"/>
          </a:solidFill>
        </p:spPr>
        <p:txBody>
          <a:bodyPr lIns="396000" tIns="72000" rIns="144000" bIns="162000">
            <a:spAutoFit/>
          </a:bodyPr>
          <a:lstStyle>
            <a:lvl1pPr marL="0" indent="0" algn="l">
              <a:spcAft>
                <a:spcPts val="0"/>
              </a:spcAft>
              <a:buNone/>
              <a:defRPr sz="1081" b="1">
                <a:solidFill>
                  <a:schemeClr val="tx1"/>
                </a:solidFill>
              </a:defRPr>
            </a:lvl1pPr>
            <a:lvl2pPr marL="548633" indent="0" algn="ctr">
              <a:buNone/>
              <a:defRPr>
                <a:solidFill>
                  <a:schemeClr val="tx1">
                    <a:tint val="75000"/>
                  </a:schemeClr>
                </a:solidFill>
              </a:defRPr>
            </a:lvl2pPr>
            <a:lvl3pPr marL="1097265" indent="0" algn="ctr">
              <a:buNone/>
              <a:defRPr>
                <a:solidFill>
                  <a:schemeClr val="tx1">
                    <a:tint val="75000"/>
                  </a:schemeClr>
                </a:solidFill>
              </a:defRPr>
            </a:lvl3pPr>
            <a:lvl4pPr marL="1645900" indent="0" algn="ctr">
              <a:buNone/>
              <a:defRPr>
                <a:solidFill>
                  <a:schemeClr val="tx1">
                    <a:tint val="75000"/>
                  </a:schemeClr>
                </a:solidFill>
              </a:defRPr>
            </a:lvl4pPr>
            <a:lvl5pPr marL="2194532" indent="0" algn="ctr">
              <a:buNone/>
              <a:defRPr>
                <a:solidFill>
                  <a:schemeClr val="tx1">
                    <a:tint val="75000"/>
                  </a:schemeClr>
                </a:solidFill>
              </a:defRPr>
            </a:lvl5pPr>
            <a:lvl6pPr marL="2743166" indent="0" algn="ctr">
              <a:buNone/>
              <a:defRPr>
                <a:solidFill>
                  <a:schemeClr val="tx1">
                    <a:tint val="75000"/>
                  </a:schemeClr>
                </a:solidFill>
              </a:defRPr>
            </a:lvl6pPr>
            <a:lvl7pPr marL="3291799" indent="0" algn="ctr">
              <a:buNone/>
              <a:defRPr>
                <a:solidFill>
                  <a:schemeClr val="tx1">
                    <a:tint val="75000"/>
                  </a:schemeClr>
                </a:solidFill>
              </a:defRPr>
            </a:lvl7pPr>
            <a:lvl8pPr marL="3840432" indent="0" algn="ctr">
              <a:buNone/>
              <a:defRPr>
                <a:solidFill>
                  <a:schemeClr val="tx1">
                    <a:tint val="75000"/>
                  </a:schemeClr>
                </a:solidFill>
              </a:defRPr>
            </a:lvl8pPr>
            <a:lvl9pPr marL="4389064" indent="0" algn="ctr">
              <a:buNone/>
              <a:defRPr>
                <a:solidFill>
                  <a:schemeClr val="tx1">
                    <a:tint val="75000"/>
                  </a:schemeClr>
                </a:solidFill>
              </a:defRPr>
            </a:lvl9pPr>
          </a:lstStyle>
          <a:p>
            <a:r>
              <a:rPr lang="fr-FR" noProof="0"/>
              <a:t>Modifiez le style des sous-titres du masque</a:t>
            </a:r>
          </a:p>
        </p:txBody>
      </p:sp>
      <p:sp>
        <p:nvSpPr>
          <p:cNvPr id="13" name="Title 1"/>
          <p:cNvSpPr>
            <a:spLocks noGrp="1"/>
          </p:cNvSpPr>
          <p:nvPr>
            <p:ph type="ctrTitle"/>
          </p:nvPr>
        </p:nvSpPr>
        <p:spPr bwMode="ltGray">
          <a:xfrm>
            <a:off x="2" y="7010073"/>
            <a:ext cx="5493498" cy="679370"/>
          </a:xfrm>
          <a:solidFill>
            <a:schemeClr val="bg1"/>
          </a:solidFill>
        </p:spPr>
        <p:txBody>
          <a:bodyPr lIns="396000" tIns="147600" rIns="144000" bIns="118800" anchor="b" anchorCtr="0">
            <a:spAutoFit/>
          </a:bodyPr>
          <a:lstStyle>
            <a:lvl1pPr algn="l">
              <a:lnSpc>
                <a:spcPts val="3241"/>
              </a:lnSpc>
              <a:defRPr sz="2761" baseline="0">
                <a:solidFill>
                  <a:schemeClr val="tx1"/>
                </a:solidFill>
              </a:defRPr>
            </a:lvl1pPr>
          </a:lstStyle>
          <a:p>
            <a:r>
              <a:rPr lang="fr-FR" noProof="0"/>
              <a:t>Modifiez le style du titre</a:t>
            </a:r>
          </a:p>
        </p:txBody>
      </p:sp>
      <p:sp>
        <p:nvSpPr>
          <p:cNvPr id="9" name="Status" hidden="1"/>
          <p:cNvSpPr txBox="1">
            <a:spLocks/>
          </p:cNvSpPr>
          <p:nvPr userDrawn="1">
            <p:custDataLst>
              <p:tags r:id="rId3"/>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sp>
        <p:nvSpPr>
          <p:cNvPr id="8" name="LogoFrame"/>
          <p:cNvSpPr>
            <a:spLocks/>
          </p:cNvSpPr>
          <p:nvPr userDrawn="1">
            <p:custDataLst>
              <p:tags r:id="rId4"/>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pic>
        <p:nvPicPr>
          <p:cNvPr id="4" name="Image 3">
            <a:extLst>
              <a:ext uri="{FF2B5EF4-FFF2-40B4-BE49-F238E27FC236}">
                <a16:creationId xmlns:a16="http://schemas.microsoft.com/office/drawing/2014/main" id="{1E54D804-348A-0BAA-5114-A28C3F0AE868}"/>
              </a:ext>
            </a:extLst>
          </p:cNvPr>
          <p:cNvPicPr>
            <a:picLocks noChangeAspect="1"/>
          </p:cNvPicPr>
          <p:nvPr userDrawn="1">
            <p:custDataLst>
              <p:tags r:id="rId5"/>
            </p:custDataLst>
          </p:nvPr>
        </p:nvPicPr>
        <p:blipFill>
          <a:blip r:embed="rId7">
            <a:extLst>
              <a:ext uri="{28A0092B-C50C-407E-A947-70E740481C1C}">
                <a14:useLocalDpi xmlns:a14="http://schemas.microsoft.com/office/drawing/2010/main" val="0"/>
              </a:ext>
            </a:extLst>
          </a:blip>
          <a:stretch>
            <a:fillRect/>
          </a:stretch>
        </p:blipFill>
        <p:spPr bwMode="gray">
          <a:xfrm>
            <a:off x="10532603" y="518994"/>
            <a:ext cx="1345551" cy="1124497"/>
          </a:xfrm>
          <a:prstGeom prst="rect">
            <a:avLst/>
          </a:prstGeom>
        </p:spPr>
      </p:pic>
    </p:spTree>
    <p:extLst>
      <p:ext uri="{BB962C8B-B14F-4D97-AF65-F5344CB8AC3E}">
        <p14:creationId xmlns:p14="http://schemas.microsoft.com/office/powerpoint/2010/main" val="441543901"/>
      </p:ext>
    </p:extLst>
  </p:cSld>
  <p:clrMapOvr>
    <a:masterClrMapping/>
  </p:clrMapOvr>
  <p:hf hdr="0" ftr="0"/>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matchingName="Section Header" preserve="1" userDrawn="1">
  <p:cSld name="Section Header">
    <p:spTree>
      <p:nvGrpSpPr>
        <p:cNvPr id="1" name=""/>
        <p:cNvGrpSpPr/>
        <p:nvPr/>
      </p:nvGrpSpPr>
      <p:grpSpPr>
        <a:xfrm>
          <a:off x="0" y="0"/>
          <a:ext cx="0" cy="0"/>
          <a:chOff x="0" y="0"/>
          <a:chExt cx="0" cy="0"/>
        </a:xfrm>
      </p:grpSpPr>
      <p:sp>
        <p:nvSpPr>
          <p:cNvPr id="8" name="EcoBackground" hidden="1"/>
          <p:cNvSpPr/>
          <p:nvPr userDrawn="1">
            <p:custDataLst>
              <p:tags r:id="rId2"/>
            </p:custDataLst>
          </p:nvPr>
        </p:nvSpPr>
        <p:spPr bwMode="gray">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rgbClr val="FFFFFF"/>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3"/>
            </p:custDataLst>
          </p:nvPr>
        </p:nvSpPr>
        <p:spPr>
          <a:xfrm>
            <a:off x="503750" y="3619439"/>
            <a:ext cx="4939849" cy="655696"/>
          </a:xfrm>
        </p:spPr>
        <p:txBody>
          <a:bodyPr lIns="36000" anchor="b" anchorCtr="0">
            <a:noAutofit/>
          </a:bodyPr>
          <a:lstStyle>
            <a:lvl1pPr algn="l">
              <a:defRPr sz="2761" b="0" cap="none" baseline="0">
                <a:solidFill>
                  <a:schemeClr val="tx1"/>
                </a:solidFill>
              </a:defRPr>
            </a:lvl1pPr>
          </a:lstStyle>
          <a:p>
            <a:r>
              <a:rPr lang="fr-FR"/>
              <a:t>Modifiez le style du titre</a:t>
            </a:r>
          </a:p>
        </p:txBody>
      </p:sp>
      <p:sp>
        <p:nvSpPr>
          <p:cNvPr id="9" name="Status" hidden="1"/>
          <p:cNvSpPr txBox="1">
            <a:spLocks/>
          </p:cNvSpPr>
          <p:nvPr userDrawn="1">
            <p:custDataLst>
              <p:tags r:id="rId4"/>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pic>
        <p:nvPicPr>
          <p:cNvPr id="5" name="Image 4">
            <a:extLst>
              <a:ext uri="{FF2B5EF4-FFF2-40B4-BE49-F238E27FC236}">
                <a16:creationId xmlns:a16="http://schemas.microsoft.com/office/drawing/2014/main" id="{5B9925D3-681A-8AD3-D9C7-2CBA830502F8}"/>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1410560" y="8625078"/>
            <a:ext cx="818676" cy="684180"/>
          </a:xfrm>
          <a:prstGeom prst="rect">
            <a:avLst/>
          </a:prstGeom>
        </p:spPr>
      </p:pic>
    </p:spTree>
    <p:extLst>
      <p:ext uri="{BB962C8B-B14F-4D97-AF65-F5344CB8AC3E}">
        <p14:creationId xmlns:p14="http://schemas.microsoft.com/office/powerpoint/2010/main" val="2978394605"/>
      </p:ext>
    </p:extLst>
  </p:cSld>
  <p:clrMapOvr>
    <a:masterClrMapping/>
  </p:clrMapOvr>
  <p:hf hdr="0" ftr="0"/>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matchingName="Section Header with Image" preserve="1" userDrawn="1">
  <p:cSld name="Section Header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0"/>
            <p:custDataLst>
              <p:tags r:id="rId2"/>
            </p:custDataLst>
          </p:nvPr>
        </p:nvSpPr>
        <p:spPr>
          <a:xfrm>
            <a:off x="0" y="0"/>
            <a:ext cx="12801600" cy="8308829"/>
          </a:xfrm>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3" name="EcoBackground" hidden="1"/>
          <p:cNvSpPr/>
          <p:nvPr userDrawn="1">
            <p:custDataLst>
              <p:tags r:id="rId3"/>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noProof="0"/>
          </a:p>
        </p:txBody>
      </p:sp>
      <p:sp>
        <p:nvSpPr>
          <p:cNvPr id="6" name="Hider"/>
          <p:cNvSpPr/>
          <p:nvPr userDrawn="1"/>
        </p:nvSpPr>
        <p:spPr bwMode="white">
          <a:xfrm>
            <a:off x="0" y="8308829"/>
            <a:ext cx="12801600" cy="129237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noProof="0"/>
          </a:p>
        </p:txBody>
      </p:sp>
      <p:sp>
        <p:nvSpPr>
          <p:cNvPr id="10" name="Status" hidden="1"/>
          <p:cNvSpPr txBox="1">
            <a:spLocks/>
          </p:cNvSpPr>
          <p:nvPr userDrawn="1">
            <p:custDataLst>
              <p:tags r:id="rId4"/>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5"/>
            </p:custDataLst>
          </p:nvPr>
        </p:nvSpPr>
        <p:spPr bwMode="ltGray">
          <a:xfrm>
            <a:off x="0" y="3622699"/>
            <a:ext cx="5493600" cy="715672"/>
          </a:xfrm>
          <a:solidFill>
            <a:schemeClr val="bg1"/>
          </a:solidFill>
        </p:spPr>
        <p:txBody>
          <a:bodyPr lIns="396000" tIns="144000" bIns="144000" anchor="ctr" anchorCtr="0">
            <a:spAutoFit/>
          </a:bodyPr>
          <a:lstStyle>
            <a:lvl1pPr algn="l">
              <a:defRPr sz="2761" b="0" cap="none" baseline="0">
                <a:solidFill>
                  <a:schemeClr val="tx1"/>
                </a:solidFill>
              </a:defRPr>
            </a:lvl1pPr>
          </a:lstStyle>
          <a:p>
            <a:r>
              <a:rPr lang="fr-FR" noProof="0"/>
              <a:t>Modifiez le style du titre</a:t>
            </a:r>
          </a:p>
        </p:txBody>
      </p:sp>
      <p:pic>
        <p:nvPicPr>
          <p:cNvPr id="5" name="Image 4">
            <a:extLst>
              <a:ext uri="{FF2B5EF4-FFF2-40B4-BE49-F238E27FC236}">
                <a16:creationId xmlns:a16="http://schemas.microsoft.com/office/drawing/2014/main" id="{E92F975C-1EF9-5BFB-9651-B6199F529352}"/>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1410560" y="8625078"/>
            <a:ext cx="818676" cy="684180"/>
          </a:xfrm>
          <a:prstGeom prst="rect">
            <a:avLst/>
          </a:prstGeom>
        </p:spPr>
      </p:pic>
    </p:spTree>
    <p:extLst>
      <p:ext uri="{BB962C8B-B14F-4D97-AF65-F5344CB8AC3E}">
        <p14:creationId xmlns:p14="http://schemas.microsoft.com/office/powerpoint/2010/main" val="2351833096"/>
      </p:ext>
    </p:extLst>
  </p:cSld>
  <p:clrMapOvr>
    <a:masterClrMapping/>
  </p:clrMapOvr>
  <p:hf hdr="0" ftr="0"/>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Image and Content 2/3 - 1/3" preserve="1" userDrawn="1">
  <p:cSld name="Image and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7" name="Picture Placeholder 6"/>
          <p:cNvSpPr>
            <a:spLocks noGrp="1"/>
          </p:cNvSpPr>
          <p:nvPr>
            <p:ph type="pic" sz="quarter" idx="12"/>
          </p:nvPr>
        </p:nvSpPr>
        <p:spPr>
          <a:xfrm>
            <a:off x="351156" y="2624328"/>
            <a:ext cx="8065453" cy="6048756"/>
          </a:xfrm>
        </p:spPr>
        <p:txBody>
          <a:bodyPr lIns="0" bIns="432000" anchor="ctr" anchorCtr="0"/>
          <a:lstStyle>
            <a:lvl1pPr marL="0" indent="0" algn="ctr">
              <a:buNone/>
              <a:defRPr>
                <a:solidFill>
                  <a:srgbClr val="808080"/>
                </a:solidFill>
              </a:defRPr>
            </a:lvl1pPr>
          </a:lstStyle>
          <a:p>
            <a:r>
              <a:rPr lang="fr-FR"/>
              <a:t>Cliquez sur l'icône pour ajouter une image</a:t>
            </a:r>
          </a:p>
        </p:txBody>
      </p:sp>
      <p:sp>
        <p:nvSpPr>
          <p:cNvPr id="9" name="Content Placeholder 8"/>
          <p:cNvSpPr>
            <a:spLocks noGrp="1"/>
          </p:cNvSpPr>
          <p:nvPr>
            <p:ph sz="quarter" idx="13"/>
          </p:nvPr>
        </p:nvSpPr>
        <p:spPr>
          <a:xfrm>
            <a:off x="8517838" y="2624328"/>
            <a:ext cx="3830376" cy="6048756"/>
          </a:xfrm>
        </p:spPr>
        <p:txBody>
          <a:bodyPr/>
          <a:lstStyle>
            <a:lvl1pPr>
              <a:defRPr sz="1919"/>
            </a:lvl1pPr>
            <a:lvl2pPr>
              <a:defRPr sz="1800"/>
            </a:lvl2pPr>
            <a:lvl3pPr>
              <a:defRPr sz="1680"/>
            </a:lvl3pPr>
            <a:lvl4pPr>
              <a:defRPr sz="1561"/>
            </a:lvl4pPr>
            <a:lvl5pPr>
              <a:defRPr sz="1441"/>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47334"/>
      </p:ext>
    </p:extLst>
  </p:cSld>
  <p:clrMapOvr>
    <a:masterClrMapping/>
  </p:clrMapOvr>
  <p:hf hdr="0" ftr="0"/>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Image and Content 1/3 - 2/3" preserve="1" userDrawn="1">
  <p:cSld name="Image and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4" name="Picture Placeholder 3"/>
          <p:cNvSpPr>
            <a:spLocks noGrp="1"/>
          </p:cNvSpPr>
          <p:nvPr>
            <p:ph type="pic" sz="quarter" idx="13"/>
          </p:nvPr>
        </p:nvSpPr>
        <p:spPr>
          <a:xfrm>
            <a:off x="351152" y="2624333"/>
            <a:ext cx="3931200" cy="6048755"/>
          </a:xfrm>
        </p:spPr>
        <p:txBody>
          <a:bodyPr lIns="0" bIns="432000" anchor="ctr" anchorCtr="0"/>
          <a:lstStyle>
            <a:lvl1pPr marL="0" indent="0" algn="ctr">
              <a:buNone/>
              <a:defRPr>
                <a:solidFill>
                  <a:srgbClr val="808080"/>
                </a:solidFill>
              </a:defRPr>
            </a:lvl1pPr>
          </a:lstStyle>
          <a:p>
            <a:r>
              <a:rPr lang="fr-FR"/>
              <a:t>Cliquez sur l'icône pour ajouter une image</a:t>
            </a:r>
          </a:p>
        </p:txBody>
      </p:sp>
      <p:sp>
        <p:nvSpPr>
          <p:cNvPr id="8" name="Content Placeholder 7"/>
          <p:cNvSpPr>
            <a:spLocks noGrp="1"/>
          </p:cNvSpPr>
          <p:nvPr>
            <p:ph sz="quarter" idx="14"/>
          </p:nvPr>
        </p:nvSpPr>
        <p:spPr>
          <a:xfrm>
            <a:off x="4384996" y="2624328"/>
            <a:ext cx="7963218" cy="604875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206173507"/>
      </p:ext>
    </p:extLst>
  </p:cSld>
  <p:clrMapOvr>
    <a:masterClrMapping/>
  </p:clrMapOvr>
  <p:hf hdr="0" ftr="0"/>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wo Content 1/3 - 2/3" preserve="1" userDrawn="1">
  <p:cSld name="Two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9" name="Content Placeholder 8"/>
          <p:cNvSpPr>
            <a:spLocks noGrp="1"/>
          </p:cNvSpPr>
          <p:nvPr>
            <p:ph sz="quarter" idx="13"/>
          </p:nvPr>
        </p:nvSpPr>
        <p:spPr>
          <a:xfrm>
            <a:off x="5189539" y="2624328"/>
            <a:ext cx="7158673"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Content Placeholder 8"/>
          <p:cNvSpPr>
            <a:spLocks noGrp="1"/>
          </p:cNvSpPr>
          <p:nvPr>
            <p:ph sz="quarter" idx="14"/>
          </p:nvPr>
        </p:nvSpPr>
        <p:spPr>
          <a:xfrm>
            <a:off x="351158" y="2624328"/>
            <a:ext cx="4033839"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63527617"/>
      </p:ext>
    </p:extLst>
  </p:cSld>
  <p:clrMapOvr>
    <a:masterClrMapping/>
  </p:clrMapOvr>
  <p:hf hdr="0" ftr="0"/>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wo Content 2/3 - 1/3" preserve="1" userDrawn="1">
  <p:cSld name="Two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9" name="Content Placeholder 8"/>
          <p:cNvSpPr>
            <a:spLocks noGrp="1"/>
          </p:cNvSpPr>
          <p:nvPr>
            <p:ph sz="quarter" idx="13"/>
          </p:nvPr>
        </p:nvSpPr>
        <p:spPr>
          <a:xfrm>
            <a:off x="351155" y="2624328"/>
            <a:ext cx="7259934"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Content Placeholder 8"/>
          <p:cNvSpPr>
            <a:spLocks noGrp="1"/>
          </p:cNvSpPr>
          <p:nvPr>
            <p:ph sz="quarter" idx="14"/>
          </p:nvPr>
        </p:nvSpPr>
        <p:spPr>
          <a:xfrm>
            <a:off x="8416612" y="2624328"/>
            <a:ext cx="3931602" cy="6048756"/>
          </a:xfrm>
        </p:spPr>
        <p:txBody>
          <a:bodyPr/>
          <a:lstStyle>
            <a:lvl1pPr>
              <a:defRPr sz="1919"/>
            </a:lvl1pPr>
            <a:lvl2pPr>
              <a:defRPr sz="1800"/>
            </a:lvl2pPr>
            <a:lvl3pPr>
              <a:defRPr sz="1680"/>
            </a:lvl3pPr>
            <a:lvl4pPr>
              <a:defRPr sz="1561"/>
            </a:lvl4pPr>
            <a:lvl5pPr>
              <a:defRPr sz="1441"/>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74592512"/>
      </p:ext>
    </p:extLst>
  </p:cSld>
  <p:clrMapOvr>
    <a:masterClrMapping/>
  </p:clrMapOvr>
  <p:hf hdr="0" ftr="0"/>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and full width Content" preserve="1" userDrawn="1">
  <p:cSld name="Title and full width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5" name="Content Placeholder 4"/>
          <p:cNvSpPr>
            <a:spLocks noGrp="1"/>
          </p:cNvSpPr>
          <p:nvPr>
            <p:ph sz="quarter" idx="12"/>
          </p:nvPr>
        </p:nvSpPr>
        <p:spPr>
          <a:xfrm>
            <a:off x="351158" y="2624327"/>
            <a:ext cx="11997057"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91012343"/>
      </p:ext>
    </p:extLst>
  </p:cSld>
  <p:clrMapOvr>
    <a:masterClrMapping/>
  </p:clrMapOvr>
  <p:hf hdr="0" ftr="0"/>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Key Message" preserve="1" userDrawn="1">
  <p:cSld name="Key Message">
    <p:spTree>
      <p:nvGrpSpPr>
        <p:cNvPr id="1" name=""/>
        <p:cNvGrpSpPr/>
        <p:nvPr/>
      </p:nvGrpSpPr>
      <p:grpSpPr>
        <a:xfrm>
          <a:off x="0" y="0"/>
          <a:ext cx="0" cy="0"/>
          <a:chOff x="0" y="0"/>
          <a:chExt cx="0" cy="0"/>
        </a:xfrm>
      </p:grpSpPr>
      <p:sp>
        <p:nvSpPr>
          <p:cNvPr id="2" name="Title 1"/>
          <p:cNvSpPr>
            <a:spLocks noGrp="1"/>
          </p:cNvSpPr>
          <p:nvPr>
            <p:ph type="title"/>
          </p:nvPr>
        </p:nvSpPr>
        <p:spPr>
          <a:xfrm>
            <a:off x="351158" y="203611"/>
            <a:ext cx="10081260" cy="888374"/>
          </a:xfrm>
        </p:spPr>
        <p:txBody>
          <a:bodyPr>
            <a:noAutofit/>
          </a:bodyPr>
          <a:lstStyle>
            <a:lvl1pPr>
              <a:defRPr>
                <a:solidFill>
                  <a:schemeClr val="tx1"/>
                </a:solidFill>
              </a:defRPr>
            </a:lvl1pPr>
          </a:lstStyle>
          <a:p>
            <a:r>
              <a:rPr lang="fr-FR"/>
              <a:t>Modifiez le style du titre</a:t>
            </a:r>
          </a:p>
        </p:txBody>
      </p:sp>
      <p:sp>
        <p:nvSpPr>
          <p:cNvPr id="6" name="Table Placeholder 5"/>
          <p:cNvSpPr>
            <a:spLocks noGrp="1"/>
          </p:cNvSpPr>
          <p:nvPr>
            <p:ph type="tbl" sz="quarter" idx="12"/>
          </p:nvPr>
        </p:nvSpPr>
        <p:spPr>
          <a:xfrm>
            <a:off x="4485009" y="1720216"/>
            <a:ext cx="7863205" cy="6710172"/>
          </a:xfrm>
        </p:spPr>
        <p:txBody>
          <a:bodyPr bIns="432000" anchor="ctr" anchorCtr="0"/>
          <a:lstStyle>
            <a:lvl1pPr marL="0" indent="0" algn="ctr">
              <a:buNone/>
              <a:defRPr>
                <a:solidFill>
                  <a:srgbClr val="808080"/>
                </a:solidFill>
              </a:defRPr>
            </a:lvl1pPr>
          </a:lstStyle>
          <a:p>
            <a:r>
              <a:rPr lang="fr-FR"/>
              <a:t>Cliquez sur l'icône pour ajouter un tableau</a:t>
            </a:r>
          </a:p>
        </p:txBody>
      </p:sp>
      <p:sp>
        <p:nvSpPr>
          <p:cNvPr id="8" name="Text Placeholder 6"/>
          <p:cNvSpPr>
            <a:spLocks noGrp="1"/>
          </p:cNvSpPr>
          <p:nvPr>
            <p:ph type="body" sz="quarter" idx="13"/>
          </p:nvPr>
        </p:nvSpPr>
        <p:spPr bwMode="ltGray">
          <a:xfrm>
            <a:off x="444502" y="1719300"/>
            <a:ext cx="3831799" cy="736081"/>
          </a:xfrm>
          <a:solidFill>
            <a:schemeClr val="accent1"/>
          </a:solidFill>
        </p:spPr>
        <p:txBody>
          <a:bodyPr lIns="108000" tIns="72000" rIns="108000" bIns="72000" anchor="t" anchorCtr="0">
            <a:spAutoFit/>
          </a:bodyPr>
          <a:lstStyle>
            <a:lvl1pPr marL="0" indent="0">
              <a:spcAft>
                <a:spcPts val="0"/>
              </a:spcAft>
              <a:buNone/>
              <a:defRPr b="1">
                <a:solidFill>
                  <a:srgbClr val="FFFFFF"/>
                </a:solidFill>
              </a:defRPr>
            </a:lvl1pPr>
          </a:lstStyle>
          <a:p>
            <a:pPr lvl="0"/>
            <a:r>
              <a:rPr lang="fr-FR"/>
              <a:t>Cliquez pour modifier les styles du texte du masque</a:t>
            </a:r>
          </a:p>
        </p:txBody>
      </p:sp>
    </p:spTree>
    <p:extLst>
      <p:ext uri="{BB962C8B-B14F-4D97-AF65-F5344CB8AC3E}">
        <p14:creationId xmlns:p14="http://schemas.microsoft.com/office/powerpoint/2010/main" val="2807595404"/>
      </p:ext>
    </p:extLst>
  </p:cSld>
  <p:clrMapOvr>
    <a:masterClrMapping/>
  </p:clrMapOvr>
  <p:hf hdr="0" ftr="0"/>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Grey Box Right" preserve="1" userDrawn="1">
  <p:cSld name="Grey Box Right">
    <p:spTree>
      <p:nvGrpSpPr>
        <p:cNvPr id="1" name=""/>
        <p:cNvGrpSpPr/>
        <p:nvPr/>
      </p:nvGrpSpPr>
      <p:grpSpPr>
        <a:xfrm>
          <a:off x="0" y="0"/>
          <a:ext cx="0" cy="0"/>
          <a:chOff x="0" y="0"/>
          <a:chExt cx="0" cy="0"/>
        </a:xfrm>
      </p:grpSpPr>
      <p:sp>
        <p:nvSpPr>
          <p:cNvPr id="2" name="Title 1"/>
          <p:cNvSpPr>
            <a:spLocks noGrp="1"/>
          </p:cNvSpPr>
          <p:nvPr>
            <p:ph type="title"/>
          </p:nvPr>
        </p:nvSpPr>
        <p:spPr>
          <a:xfrm>
            <a:off x="351157" y="203609"/>
            <a:ext cx="10082092" cy="1815310"/>
          </a:xfrm>
        </p:spPr>
        <p:txBody>
          <a:bodyPr/>
          <a:lstStyle/>
          <a:p>
            <a:r>
              <a:rPr lang="fr-FR" noProof="0"/>
              <a:t>Modifiez le style du titre</a:t>
            </a:r>
          </a:p>
        </p:txBody>
      </p:sp>
      <p:sp>
        <p:nvSpPr>
          <p:cNvPr id="5" name="Text Placeholder 4">
            <a:extLst>
              <a:ext uri="{FF2B5EF4-FFF2-40B4-BE49-F238E27FC236}">
                <a16:creationId xmlns:a16="http://schemas.microsoft.com/office/drawing/2014/main" id="{FF65CAE1-1A19-9042-3099-4321BFBD822D}"/>
              </a:ext>
            </a:extLst>
          </p:cNvPr>
          <p:cNvSpPr>
            <a:spLocks noGrp="1"/>
          </p:cNvSpPr>
          <p:nvPr>
            <p:ph type="body" sz="quarter" idx="10"/>
          </p:nvPr>
        </p:nvSpPr>
        <p:spPr>
          <a:xfrm>
            <a:off x="8416802" y="2624832"/>
            <a:ext cx="3931411" cy="6048252"/>
          </a:xfrm>
          <a:solidFill>
            <a:srgbClr val="D9D9D9"/>
          </a:solidFill>
        </p:spPr>
        <p:txBody>
          <a:bodyPr lIns="126000" tIns="72000" rIns="72000"/>
          <a:lstStyle>
            <a:lvl1pPr>
              <a:defRPr sz="1441"/>
            </a:lvl1pPr>
            <a:lvl2pPr>
              <a:defRPr sz="1441"/>
            </a:lvl2pPr>
            <a:lvl3pPr>
              <a:defRPr sz="1441"/>
            </a:lvl3pPr>
            <a:lvl4pPr>
              <a:defRPr sz="1441"/>
            </a:lvl4pPr>
            <a:lvl5pPr>
              <a:defRPr sz="1441"/>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5805230"/>
      </p:ext>
    </p:extLst>
  </p:cSld>
  <p:clrMapOvr>
    <a:masterClrMapping/>
  </p:clrMapOvr>
  <p:hf hdr="0" ftr="0"/>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856999688"/>
      </p:ext>
    </p:extLst>
  </p:cSld>
  <p:clrMapOvr>
    <a:masterClrMapping/>
  </p:clrMapOvr>
  <p:hf hdr="0" ftr="0"/>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Agenda" type="titleOnly" preserve="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3025272797"/>
      </p:ext>
    </p:extLst>
  </p:cSld>
  <p:clrMapOvr>
    <a:masterClrMapping/>
  </p:clrMapOvr>
  <p:hf hdr="0" ftr="0"/>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4797683"/>
      </p:ext>
    </p:extLst>
  </p:cSld>
  <p:clrMapOvr>
    <a:masterClrMapping/>
  </p:clrMapOvr>
  <p:hf hdr="0" ftr="0"/>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matchingName="Closing Slide" preserve="1" userDrawn="1">
  <p:cSld name="Closing Slide">
    <p:spTree>
      <p:nvGrpSpPr>
        <p:cNvPr id="1" name=""/>
        <p:cNvGrpSpPr/>
        <p:nvPr/>
      </p:nvGrpSpPr>
      <p:grpSpPr>
        <a:xfrm>
          <a:off x="0" y="0"/>
          <a:ext cx="0" cy="0"/>
          <a:chOff x="0" y="0"/>
          <a:chExt cx="0" cy="0"/>
        </a:xfrm>
      </p:grpSpPr>
      <p:sp>
        <p:nvSpPr>
          <p:cNvPr id="9"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rgbClr val="FFFFFF"/>
              </a:solidFill>
              <a:latin typeface="Arial" panose="020B0604020202020204" pitchFamily="34" charset="0"/>
              <a:cs typeface="Arial" panose="020B0604020202020204" pitchFamily="34" charset="0"/>
            </a:endParaRPr>
          </a:p>
        </p:txBody>
      </p:sp>
      <p:sp>
        <p:nvSpPr>
          <p:cNvPr id="10" name="Status" hidden="1"/>
          <p:cNvSpPr txBox="1">
            <a:spLocks/>
          </p:cNvSpPr>
          <p:nvPr userDrawn="1">
            <p:custDataLst>
              <p:tags r:id="rId3"/>
            </p:custDataLst>
          </p:nvPr>
        </p:nvSpPr>
        <p:spPr>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pic>
        <p:nvPicPr>
          <p:cNvPr id="4" name="Image 3">
            <a:extLst>
              <a:ext uri="{FF2B5EF4-FFF2-40B4-BE49-F238E27FC236}">
                <a16:creationId xmlns:a16="http://schemas.microsoft.com/office/drawing/2014/main" id="{734B90A6-0AFD-A9A1-8CDA-824840360111}"/>
              </a:ext>
            </a:extLst>
          </p:cNvPr>
          <p:cNvPicPr>
            <a:picLocks noChangeAspect="1"/>
          </p:cNvPicPr>
          <p:nvPr userDrawn="1">
            <p:custDataLst>
              <p:tags r:id="rId4"/>
            </p:custDataLst>
          </p:nvPr>
        </p:nvPicPr>
        <p:blipFill>
          <a:blip r:embed="rId6">
            <a:extLst>
              <a:ext uri="{28A0092B-C50C-407E-A947-70E740481C1C}">
                <a14:useLocalDpi xmlns:a14="http://schemas.microsoft.com/office/drawing/2010/main" val="0"/>
              </a:ext>
            </a:extLst>
          </a:blip>
          <a:stretch>
            <a:fillRect/>
          </a:stretch>
        </p:blipFill>
        <p:spPr bwMode="gray">
          <a:xfrm>
            <a:off x="10532603" y="518994"/>
            <a:ext cx="1345551" cy="1124497"/>
          </a:xfrm>
          <a:prstGeom prst="rect">
            <a:avLst/>
          </a:prstGeom>
        </p:spPr>
      </p:pic>
    </p:spTree>
    <p:extLst>
      <p:ext uri="{BB962C8B-B14F-4D97-AF65-F5344CB8AC3E}">
        <p14:creationId xmlns:p14="http://schemas.microsoft.com/office/powerpoint/2010/main" val="3366693859"/>
      </p:ext>
    </p:extLst>
  </p:cSld>
  <p:clrMapOvr>
    <a:masterClrMapping/>
  </p:clrMapOvr>
  <p:hf hdr="0" ftr="0"/>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matchingName="Closing Slide with Image" preserve="1" userDrawn="1">
  <p:cSld name="Closing Slide with Image">
    <p:bg>
      <p:bgPr>
        <a:solidFill>
          <a:schemeClr val="accent4"/>
        </a:solidFill>
        <a:effectLst/>
      </p:bgPr>
    </p:bg>
    <p:spTree>
      <p:nvGrpSpPr>
        <p:cNvPr id="1" name=""/>
        <p:cNvGrpSpPr/>
        <p:nvPr/>
      </p:nvGrpSpPr>
      <p:grpSpPr>
        <a:xfrm>
          <a:off x="0" y="0"/>
          <a:ext cx="0" cy="0"/>
          <a:chOff x="0" y="0"/>
          <a:chExt cx="0" cy="0"/>
        </a:xfrm>
      </p:grpSpPr>
      <p:sp>
        <p:nvSpPr>
          <p:cNvPr id="10"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rgbClr val="FFFFFF"/>
              </a:solidFill>
              <a:latin typeface="Arial" panose="020B0604020202020204" pitchFamily="34" charset="0"/>
              <a:cs typeface="Arial" panose="020B0604020202020204" pitchFamily="34" charset="0"/>
            </a:endParaRPr>
          </a:p>
        </p:txBody>
      </p:sp>
      <p:sp>
        <p:nvSpPr>
          <p:cNvPr id="4" name="Picture Placeholder 4"/>
          <p:cNvSpPr>
            <a:spLocks noGrp="1"/>
          </p:cNvSpPr>
          <p:nvPr>
            <p:ph type="pic" sz="quarter" idx="10"/>
            <p:custDataLst>
              <p:tags r:id="rId3"/>
            </p:custDataLst>
          </p:nvPr>
        </p:nvSpPr>
        <p:spPr>
          <a:xfrm>
            <a:off x="0" y="0"/>
            <a:ext cx="12801600" cy="9601200"/>
          </a:xfrm>
          <a:noFill/>
        </p:spPr>
        <p:txBody>
          <a:bodyPr bIns="432000" anchor="ctr" anchorCtr="0"/>
          <a:lstStyle>
            <a:lvl1pPr marL="0" indent="0" algn="ctr">
              <a:buNone/>
              <a:defRPr>
                <a:solidFill>
                  <a:schemeClr val="bg1"/>
                </a:solidFill>
              </a:defRPr>
            </a:lvl1pPr>
          </a:lstStyle>
          <a:p>
            <a:r>
              <a:rPr lang="fr-FR"/>
              <a:t>Cliquez sur l'icône pour ajouter une image</a:t>
            </a:r>
          </a:p>
        </p:txBody>
      </p:sp>
      <p:sp>
        <p:nvSpPr>
          <p:cNvPr id="6" name="LogoFrame"/>
          <p:cNvSpPr>
            <a:spLocks/>
          </p:cNvSpPr>
          <p:nvPr userDrawn="1">
            <p:custDataLst>
              <p:tags r:id="rId4"/>
            </p:custDataLst>
          </p:nvPr>
        </p:nvSpPr>
        <p:spPr bwMode="white">
          <a:xfrm>
            <a:off x="10070131"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160">
              <a:solidFill>
                <a:schemeClr val="tx1"/>
              </a:solidFill>
            </a:endParaRPr>
          </a:p>
        </p:txBody>
      </p:sp>
      <p:sp>
        <p:nvSpPr>
          <p:cNvPr id="11" name="Status" hidden="1"/>
          <p:cNvSpPr txBox="1">
            <a:spLocks/>
          </p:cNvSpPr>
          <p:nvPr userDrawn="1">
            <p:custDataLst>
              <p:tags r:id="rId5"/>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pic>
        <p:nvPicPr>
          <p:cNvPr id="5" name="Image 4">
            <a:extLst>
              <a:ext uri="{FF2B5EF4-FFF2-40B4-BE49-F238E27FC236}">
                <a16:creationId xmlns:a16="http://schemas.microsoft.com/office/drawing/2014/main" id="{9BE19FAB-FF50-6F28-EF78-3AB21CB8FEBE}"/>
              </a:ext>
            </a:extLst>
          </p:cNvPr>
          <p:cNvPicPr>
            <a:picLocks noChangeAspect="1"/>
          </p:cNvPicPr>
          <p:nvPr userDrawn="1">
            <p:custDataLst>
              <p:tags r:id="rId6"/>
            </p:custDataLst>
          </p:nvPr>
        </p:nvPicPr>
        <p:blipFill>
          <a:blip r:embed="rId8">
            <a:extLst>
              <a:ext uri="{28A0092B-C50C-407E-A947-70E740481C1C}">
                <a14:useLocalDpi xmlns:a14="http://schemas.microsoft.com/office/drawing/2010/main" val="0"/>
              </a:ext>
            </a:extLst>
          </a:blip>
          <a:stretch>
            <a:fillRect/>
          </a:stretch>
        </p:blipFill>
        <p:spPr bwMode="gray">
          <a:xfrm>
            <a:off x="10532603" y="518994"/>
            <a:ext cx="1345551" cy="1124497"/>
          </a:xfrm>
          <a:prstGeom prst="rect">
            <a:avLst/>
          </a:prstGeom>
        </p:spPr>
      </p:pic>
    </p:spTree>
    <p:extLst>
      <p:ext uri="{BB962C8B-B14F-4D97-AF65-F5344CB8AC3E}">
        <p14:creationId xmlns:p14="http://schemas.microsoft.com/office/powerpoint/2010/main" val="2455745607"/>
      </p:ext>
    </p:extLst>
  </p:cSld>
  <p:clrMapOvr>
    <a:masterClrMapping/>
  </p:clrMapOvr>
  <p:hf hdr="0" ftr="0"/>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
        <p:cNvGrpSpPr/>
        <p:nvPr/>
      </p:nvGrpSpPr>
      <p:grpSpPr>
        <a:xfrm>
          <a:off x="0" y="0"/>
          <a:ext cx="0" cy="0"/>
          <a:chOff x="0" y="0"/>
          <a:chExt cx="0" cy="0"/>
        </a:xfrm>
      </p:grpSpPr>
      <p:graphicFrame>
        <p:nvGraphicFramePr>
          <p:cNvPr id="5" name="Objet 4" hidden="1">
            <a:extLst>
              <a:ext uri="{FF2B5EF4-FFF2-40B4-BE49-F238E27FC236}">
                <a16:creationId xmlns:a16="http://schemas.microsoft.com/office/drawing/2014/main" id="{34458A40-4FA9-57AD-1133-4E089C965927}"/>
              </a:ext>
            </a:extLst>
          </p:cNvPr>
          <p:cNvGraphicFramePr>
            <a:graphicFrameLocks noChangeAspect="1"/>
          </p:cNvGraphicFramePr>
          <p:nvPr userDrawn="1">
            <p:custDataLst>
              <p:tags r:id="rId2"/>
            </p:custDataLst>
            <p:extLst>
              <p:ext uri="{D42A27DB-BD31-4B8C-83A1-F6EECF244321}">
                <p14:modId xmlns:p14="http://schemas.microsoft.com/office/powerpoint/2010/main" val="3402548694"/>
              </p:ext>
            </p:extLst>
          </p:nvPr>
        </p:nvGraphicFramePr>
        <p:xfrm>
          <a:off x="2226" y="2667"/>
          <a:ext cx="2223" cy="266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t 4" hidden="1">
                        <a:extLst>
                          <a:ext uri="{FF2B5EF4-FFF2-40B4-BE49-F238E27FC236}">
                            <a16:creationId xmlns:a16="http://schemas.microsoft.com/office/drawing/2014/main" id="{34458A40-4FA9-57AD-1133-4E089C965927}"/>
                          </a:ext>
                        </a:extLst>
                      </p:cNvPr>
                      <p:cNvPicPr/>
                      <p:nvPr/>
                    </p:nvPicPr>
                    <p:blipFill>
                      <a:blip r:embed="rId5"/>
                      <a:stretch>
                        <a:fillRect/>
                      </a:stretch>
                    </p:blipFill>
                    <p:spPr>
                      <a:xfrm>
                        <a:off x="2226" y="2667"/>
                        <a:ext cx="2223" cy="2668"/>
                      </a:xfrm>
                      <a:prstGeom prst="rect">
                        <a:avLst/>
                      </a:prstGeom>
                    </p:spPr>
                  </p:pic>
                </p:oleObj>
              </mc:Fallback>
            </mc:AlternateContent>
          </a:graphicData>
        </a:graphic>
      </p:graphicFrame>
      <p:sp>
        <p:nvSpPr>
          <p:cNvPr id="4" name="Isosceles Triangle 146">
            <a:extLst>
              <a:ext uri="{FF2B5EF4-FFF2-40B4-BE49-F238E27FC236}">
                <a16:creationId xmlns:a16="http://schemas.microsoft.com/office/drawing/2014/main" id="{DF42B48D-35AF-CDAD-F437-682AD8F66D21}"/>
              </a:ext>
            </a:extLst>
          </p:cNvPr>
          <p:cNvSpPr/>
          <p:nvPr userDrawn="1"/>
        </p:nvSpPr>
        <p:spPr>
          <a:xfrm rot="5400000">
            <a:off x="-543529" y="942683"/>
            <a:ext cx="1509991" cy="422928"/>
          </a:xfrm>
          <a:prstGeom prst="triangle">
            <a:avLst>
              <a:gd name="adj" fmla="val 0"/>
            </a:avLst>
          </a:prstGeom>
          <a:solidFill>
            <a:schemeClr val="tx2"/>
          </a:solidFill>
          <a:ln w="95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22510" rtl="0" eaLnBrk="1" fontAlgn="auto" latinLnBrk="0" hangingPunct="1">
              <a:lnSpc>
                <a:spcPct val="100000"/>
              </a:lnSpc>
              <a:spcBef>
                <a:spcPts val="0"/>
              </a:spcBef>
              <a:spcAft>
                <a:spcPts val="0"/>
              </a:spcAft>
              <a:buClrTx/>
              <a:buSzTx/>
              <a:buFontTx/>
              <a:buNone/>
              <a:tabLst/>
              <a:defRPr/>
            </a:pPr>
            <a:endParaRPr kumimoji="0" lang="fr-FR" sz="1081" b="0" i="0" u="none" strike="noStrike" kern="1200" cap="none" spc="0" normalizeH="0" baseline="0" noProof="0">
              <a:ln>
                <a:noFill/>
              </a:ln>
              <a:solidFill>
                <a:schemeClr val="tx1"/>
              </a:solidFill>
              <a:effectLst/>
              <a:uLnTx/>
              <a:uFillTx/>
              <a:latin typeface="Arial Narrow" panose="020B0606020202030204" pitchFamily="34" charset="0"/>
              <a:sym typeface="Arial Narrow" panose="020B0606020202030204" pitchFamily="34" charset="0"/>
            </a:endParaRPr>
          </a:p>
        </p:txBody>
      </p:sp>
    </p:spTree>
    <p:extLst>
      <p:ext uri="{BB962C8B-B14F-4D97-AF65-F5344CB8AC3E}">
        <p14:creationId xmlns:p14="http://schemas.microsoft.com/office/powerpoint/2010/main" val="280042753"/>
      </p:ext>
    </p:extLst>
  </p:cSld>
  <p:clrMapOvr>
    <a:masterClrMapping/>
  </p:clrMapOvr>
  <p:hf hdr="0" ftr="0"/>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Title Slide">
    <p:spTree>
      <p:nvGrpSpPr>
        <p:cNvPr id="1" name=""/>
        <p:cNvGrpSpPr/>
        <p:nvPr/>
      </p:nvGrpSpPr>
      <p:grpSpPr>
        <a:xfrm>
          <a:off x="0" y="0"/>
          <a:ext cx="0" cy="0"/>
          <a:chOff x="0" y="0"/>
          <a:chExt cx="0" cy="0"/>
        </a:xfrm>
      </p:grpSpPr>
      <p:sp>
        <p:nvSpPr>
          <p:cNvPr id="2"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98">
              <a:solidFill>
                <a:srgbClr val="FFFFFF"/>
              </a:solidFill>
              <a:latin typeface="Arial" panose="020B0604020202020204" pitchFamily="34" charset="0"/>
              <a:cs typeface="Arial" panose="020B0604020202020204" pitchFamily="34" charset="0"/>
            </a:endParaRPr>
          </a:p>
        </p:txBody>
      </p:sp>
      <p:sp>
        <p:nvSpPr>
          <p:cNvPr id="8" name="Title 1"/>
          <p:cNvSpPr>
            <a:spLocks noGrp="1"/>
          </p:cNvSpPr>
          <p:nvPr>
            <p:ph type="ctrTitle"/>
            <p:custDataLst>
              <p:tags r:id="rId3"/>
            </p:custDataLst>
          </p:nvPr>
        </p:nvSpPr>
        <p:spPr>
          <a:xfrm>
            <a:off x="553402" y="7043453"/>
            <a:ext cx="4940098" cy="445956"/>
          </a:xfrm>
        </p:spPr>
        <p:txBody>
          <a:bodyPr vert="horz" wrap="square" lIns="0" tIns="0" rIns="0" bIns="0" rtlCol="0" anchor="b" anchorCtr="0">
            <a:spAutoFit/>
          </a:bodyPr>
          <a:lstStyle>
            <a:lvl1pPr>
              <a:defRPr lang="en-GB" sz="2898" b="0" cap="none" baseline="0" noProof="0" dirty="0">
                <a:solidFill>
                  <a:schemeClr val="tx1"/>
                </a:solidFill>
              </a:defRPr>
            </a:lvl1pPr>
          </a:lstStyle>
          <a:p>
            <a:pPr lvl="0"/>
            <a:r>
              <a:rPr lang="fr-FR" noProof="0"/>
              <a:t>Modifiez le style du titre</a:t>
            </a:r>
          </a:p>
        </p:txBody>
      </p:sp>
      <p:sp>
        <p:nvSpPr>
          <p:cNvPr id="9" name="Subtitle 2"/>
          <p:cNvSpPr>
            <a:spLocks noGrp="1"/>
          </p:cNvSpPr>
          <p:nvPr>
            <p:ph type="subTitle" idx="1"/>
            <p:custDataLst>
              <p:tags r:id="rId4"/>
            </p:custDataLst>
          </p:nvPr>
        </p:nvSpPr>
        <p:spPr>
          <a:xfrm>
            <a:off x="553404" y="7729232"/>
            <a:ext cx="4940096" cy="174535"/>
          </a:xfrm>
        </p:spPr>
        <p:txBody>
          <a:bodyPr wrap="square" lIns="0">
            <a:spAutoFit/>
          </a:bodyPr>
          <a:lstStyle>
            <a:lvl1pPr marL="0" indent="0" algn="l">
              <a:spcAft>
                <a:spcPts val="0"/>
              </a:spcAft>
              <a:buNone/>
              <a:defRPr sz="1134" b="1">
                <a:solidFill>
                  <a:schemeClr val="tx1"/>
                </a:solidFill>
              </a:defRPr>
            </a:lvl1pPr>
            <a:lvl2pPr marL="576072" indent="0" algn="ctr">
              <a:buNone/>
              <a:defRPr>
                <a:solidFill>
                  <a:schemeClr val="tx1">
                    <a:tint val="75000"/>
                  </a:schemeClr>
                </a:solidFill>
              </a:defRPr>
            </a:lvl2pPr>
            <a:lvl3pPr marL="1152144" indent="0" algn="ctr">
              <a:buNone/>
              <a:defRPr>
                <a:solidFill>
                  <a:schemeClr val="tx1">
                    <a:tint val="75000"/>
                  </a:schemeClr>
                </a:solidFill>
              </a:defRPr>
            </a:lvl3pPr>
            <a:lvl4pPr marL="1728216" indent="0" algn="ctr">
              <a:buNone/>
              <a:defRPr>
                <a:solidFill>
                  <a:schemeClr val="tx1">
                    <a:tint val="75000"/>
                  </a:schemeClr>
                </a:solidFill>
              </a:defRPr>
            </a:lvl4pPr>
            <a:lvl5pPr marL="2304288" indent="0" algn="ctr">
              <a:buNone/>
              <a:defRPr>
                <a:solidFill>
                  <a:schemeClr val="tx1">
                    <a:tint val="75000"/>
                  </a:schemeClr>
                </a:solidFill>
              </a:defRPr>
            </a:lvl5pPr>
            <a:lvl6pPr marL="2880360" indent="0" algn="ctr">
              <a:buNone/>
              <a:defRPr>
                <a:solidFill>
                  <a:schemeClr val="tx1">
                    <a:tint val="75000"/>
                  </a:schemeClr>
                </a:solidFill>
              </a:defRPr>
            </a:lvl6pPr>
            <a:lvl7pPr marL="3456432" indent="0" algn="ctr">
              <a:buNone/>
              <a:defRPr>
                <a:solidFill>
                  <a:schemeClr val="tx1">
                    <a:tint val="75000"/>
                  </a:schemeClr>
                </a:solidFill>
              </a:defRPr>
            </a:lvl7pPr>
            <a:lvl8pPr marL="4032504" indent="0" algn="ctr">
              <a:buNone/>
              <a:defRPr>
                <a:solidFill>
                  <a:schemeClr val="tx1">
                    <a:tint val="75000"/>
                  </a:schemeClr>
                </a:solidFill>
              </a:defRPr>
            </a:lvl8pPr>
            <a:lvl9pPr marL="4608576" indent="0" algn="ctr">
              <a:buNone/>
              <a:defRPr>
                <a:solidFill>
                  <a:schemeClr val="tx1">
                    <a:tint val="75000"/>
                  </a:schemeClr>
                </a:solidFill>
              </a:defRPr>
            </a:lvl9pPr>
          </a:lstStyle>
          <a:p>
            <a:r>
              <a:rPr lang="fr-FR" noProof="0"/>
              <a:t>Modifiez le style des sous-titres du masque</a:t>
            </a:r>
          </a:p>
        </p:txBody>
      </p:sp>
      <p:sp>
        <p:nvSpPr>
          <p:cNvPr id="11" name="Status"/>
          <p:cNvSpPr txBox="1">
            <a:spLocks/>
          </p:cNvSpPr>
          <p:nvPr userDrawn="1">
            <p:custDataLst>
              <p:tags r:id="rId5"/>
            </p:custDataLst>
          </p:nvPr>
        </p:nvSpPr>
        <p:spPr bwMode="gray">
          <a:xfrm>
            <a:off x="11270243" y="2344709"/>
            <a:ext cx="1531357" cy="213264"/>
          </a:xfrm>
          <a:prstGeom prst="rect">
            <a:avLst/>
          </a:prstGeom>
          <a:solidFill>
            <a:srgbClr val="DFDFDF"/>
          </a:solidFill>
        </p:spPr>
        <p:txBody>
          <a:bodyPr wrap="none" lIns="90720" tIns="0" rIns="408240" bIns="0" rtlCol="0" anchor="ctr">
            <a:spAutoFit/>
          </a:bodyPr>
          <a:lstStyle/>
          <a:p>
            <a:pPr algn="r"/>
            <a:r>
              <a:rPr lang="fr-FR" sz="1386" cap="none" baseline="0">
                <a:solidFill>
                  <a:srgbClr val="000000"/>
                </a:solidFill>
                <a:latin typeface="Arial" panose="020B0604020202020204" pitchFamily="34" charset="0"/>
                <a:cs typeface="Arial" panose="020B0604020202020204" pitchFamily="34" charset="0"/>
              </a:rPr>
              <a:t>BROUILLON</a:t>
            </a:r>
          </a:p>
        </p:txBody>
      </p:sp>
      <p:pic>
        <p:nvPicPr>
          <p:cNvPr id="12" name="Image 11">
            <a:extLst>
              <a:ext uri="{FF2B5EF4-FFF2-40B4-BE49-F238E27FC236}">
                <a16:creationId xmlns:a16="http://schemas.microsoft.com/office/drawing/2014/main" id="{F06A0BE3-E78D-41D9-90E3-5A371DE56FF5}"/>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0539271" y="487848"/>
            <a:ext cx="1192198" cy="996338"/>
          </a:xfrm>
          <a:prstGeom prst="rect">
            <a:avLst/>
          </a:prstGeom>
        </p:spPr>
      </p:pic>
    </p:spTree>
    <p:extLst>
      <p:ext uri="{BB962C8B-B14F-4D97-AF65-F5344CB8AC3E}">
        <p14:creationId xmlns:p14="http://schemas.microsoft.com/office/powerpoint/2010/main" val="4172052728"/>
      </p:ext>
    </p:extLst>
  </p:cSld>
  <p:clrMapOvr>
    <a:masterClrMapping/>
  </p:clrMapOvr>
  <p:extLst>
    <p:ext uri="{DCECCB84-F9BA-43D5-87BE-67443E8EF086}">
      <p15:sldGuideLst xmlns:p15="http://schemas.microsoft.com/office/powerpoint/2012/main">
        <p15:guide id="1" pos="332">
          <p15:clr>
            <a:srgbClr val="FBAE40"/>
          </p15:clr>
        </p15:guide>
        <p15:guide id="2" orient="horz" pos="3318">
          <p15:clr>
            <a:srgbClr val="FBAE40"/>
          </p15:clr>
        </p15:guide>
        <p15:guide id="3" orient="horz" pos="356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1_Title Slide">
    <p:spTree>
      <p:nvGrpSpPr>
        <p:cNvPr id="1" name=""/>
        <p:cNvGrpSpPr/>
        <p:nvPr/>
      </p:nvGrpSpPr>
      <p:grpSpPr>
        <a:xfrm>
          <a:off x="0" y="0"/>
          <a:ext cx="0" cy="0"/>
          <a:chOff x="0" y="0"/>
          <a:chExt cx="0" cy="0"/>
        </a:xfrm>
      </p:grpSpPr>
      <p:sp>
        <p:nvSpPr>
          <p:cNvPr id="2"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68">
              <a:solidFill>
                <a:srgbClr val="FFFFFF"/>
              </a:solidFill>
              <a:latin typeface="Arial" panose="020B0604020202020204" pitchFamily="34" charset="0"/>
              <a:cs typeface="Arial" panose="020B0604020202020204" pitchFamily="34" charset="0"/>
            </a:endParaRPr>
          </a:p>
        </p:txBody>
      </p:sp>
      <p:sp>
        <p:nvSpPr>
          <p:cNvPr id="8" name="Title 1"/>
          <p:cNvSpPr>
            <a:spLocks noGrp="1"/>
          </p:cNvSpPr>
          <p:nvPr>
            <p:ph type="ctrTitle"/>
            <p:custDataLst>
              <p:tags r:id="rId3"/>
            </p:custDataLst>
          </p:nvPr>
        </p:nvSpPr>
        <p:spPr>
          <a:xfrm>
            <a:off x="553402" y="7043453"/>
            <a:ext cx="4940098" cy="445956"/>
          </a:xfrm>
        </p:spPr>
        <p:txBody>
          <a:bodyPr vert="horz" wrap="square" lIns="0" tIns="0" rIns="0" bIns="0" rtlCol="0" anchor="b" anchorCtr="0">
            <a:spAutoFit/>
          </a:bodyPr>
          <a:lstStyle>
            <a:lvl1pPr>
              <a:defRPr lang="en-GB" sz="2898" b="0" cap="none" baseline="0" noProof="0" dirty="0">
                <a:solidFill>
                  <a:schemeClr val="tx1"/>
                </a:solidFill>
              </a:defRPr>
            </a:lvl1pPr>
          </a:lstStyle>
          <a:p>
            <a:pPr lvl="0"/>
            <a:r>
              <a:rPr lang="fr-FR" noProof="0"/>
              <a:t>Modifiez le style du titre</a:t>
            </a:r>
          </a:p>
        </p:txBody>
      </p:sp>
      <p:sp>
        <p:nvSpPr>
          <p:cNvPr id="9" name="Subtitle 2"/>
          <p:cNvSpPr>
            <a:spLocks noGrp="1"/>
          </p:cNvSpPr>
          <p:nvPr>
            <p:ph type="subTitle" idx="1"/>
            <p:custDataLst>
              <p:tags r:id="rId4"/>
            </p:custDataLst>
          </p:nvPr>
        </p:nvSpPr>
        <p:spPr>
          <a:xfrm>
            <a:off x="553404" y="7729232"/>
            <a:ext cx="4940096" cy="174535"/>
          </a:xfrm>
        </p:spPr>
        <p:txBody>
          <a:bodyPr wrap="square" lIns="0">
            <a:spAutoFit/>
          </a:bodyPr>
          <a:lstStyle>
            <a:lvl1pPr marL="0" indent="0" algn="l">
              <a:spcAft>
                <a:spcPts val="0"/>
              </a:spcAft>
              <a:buNone/>
              <a:defRPr sz="1134" b="1">
                <a:solidFill>
                  <a:schemeClr val="tx1"/>
                </a:solidFill>
              </a:defRPr>
            </a:lvl1pPr>
            <a:lvl2pPr marL="576072" indent="0" algn="ctr">
              <a:buNone/>
              <a:defRPr>
                <a:solidFill>
                  <a:schemeClr val="tx1">
                    <a:tint val="75000"/>
                  </a:schemeClr>
                </a:solidFill>
              </a:defRPr>
            </a:lvl2pPr>
            <a:lvl3pPr marL="1152144" indent="0" algn="ctr">
              <a:buNone/>
              <a:defRPr>
                <a:solidFill>
                  <a:schemeClr val="tx1">
                    <a:tint val="75000"/>
                  </a:schemeClr>
                </a:solidFill>
              </a:defRPr>
            </a:lvl3pPr>
            <a:lvl4pPr marL="1728216" indent="0" algn="ctr">
              <a:buNone/>
              <a:defRPr>
                <a:solidFill>
                  <a:schemeClr val="tx1">
                    <a:tint val="75000"/>
                  </a:schemeClr>
                </a:solidFill>
              </a:defRPr>
            </a:lvl4pPr>
            <a:lvl5pPr marL="2304288" indent="0" algn="ctr">
              <a:buNone/>
              <a:defRPr>
                <a:solidFill>
                  <a:schemeClr val="tx1">
                    <a:tint val="75000"/>
                  </a:schemeClr>
                </a:solidFill>
              </a:defRPr>
            </a:lvl5pPr>
            <a:lvl6pPr marL="2880360" indent="0" algn="ctr">
              <a:buNone/>
              <a:defRPr>
                <a:solidFill>
                  <a:schemeClr val="tx1">
                    <a:tint val="75000"/>
                  </a:schemeClr>
                </a:solidFill>
              </a:defRPr>
            </a:lvl6pPr>
            <a:lvl7pPr marL="3456432" indent="0" algn="ctr">
              <a:buNone/>
              <a:defRPr>
                <a:solidFill>
                  <a:schemeClr val="tx1">
                    <a:tint val="75000"/>
                  </a:schemeClr>
                </a:solidFill>
              </a:defRPr>
            </a:lvl7pPr>
            <a:lvl8pPr marL="4032504" indent="0" algn="ctr">
              <a:buNone/>
              <a:defRPr>
                <a:solidFill>
                  <a:schemeClr val="tx1">
                    <a:tint val="75000"/>
                  </a:schemeClr>
                </a:solidFill>
              </a:defRPr>
            </a:lvl8pPr>
            <a:lvl9pPr marL="4608576" indent="0" algn="ctr">
              <a:buNone/>
              <a:defRPr>
                <a:solidFill>
                  <a:schemeClr val="tx1">
                    <a:tint val="75000"/>
                  </a:schemeClr>
                </a:solidFill>
              </a:defRPr>
            </a:lvl9pPr>
          </a:lstStyle>
          <a:p>
            <a:r>
              <a:rPr lang="fr-FR" noProof="0"/>
              <a:t>Modifiez le style des sous-titres du masque</a:t>
            </a:r>
          </a:p>
        </p:txBody>
      </p:sp>
      <p:sp>
        <p:nvSpPr>
          <p:cNvPr id="11" name="Status"/>
          <p:cNvSpPr txBox="1">
            <a:spLocks/>
          </p:cNvSpPr>
          <p:nvPr userDrawn="1">
            <p:custDataLst>
              <p:tags r:id="rId5"/>
            </p:custDataLst>
          </p:nvPr>
        </p:nvSpPr>
        <p:spPr bwMode="gray">
          <a:xfrm>
            <a:off x="11270243" y="2344709"/>
            <a:ext cx="1531357" cy="213264"/>
          </a:xfrm>
          <a:prstGeom prst="rect">
            <a:avLst/>
          </a:prstGeom>
          <a:solidFill>
            <a:srgbClr val="DFDFDF"/>
          </a:solidFill>
        </p:spPr>
        <p:txBody>
          <a:bodyPr wrap="none" lIns="90720" tIns="0" rIns="408240" bIns="0" rtlCol="0" anchor="ctr">
            <a:spAutoFit/>
          </a:bodyPr>
          <a:lstStyle/>
          <a:p>
            <a:pPr algn="r"/>
            <a:r>
              <a:rPr lang="fr-FR" sz="1386" cap="none" baseline="0">
                <a:solidFill>
                  <a:srgbClr val="000000"/>
                </a:solidFill>
                <a:latin typeface="Arial" panose="020B0604020202020204" pitchFamily="34" charset="0"/>
                <a:cs typeface="Arial" panose="020B0604020202020204" pitchFamily="34" charset="0"/>
              </a:rPr>
              <a:t>BROUILLON</a:t>
            </a:r>
          </a:p>
        </p:txBody>
      </p:sp>
      <p:pic>
        <p:nvPicPr>
          <p:cNvPr id="12" name="Image 11">
            <a:extLst>
              <a:ext uri="{FF2B5EF4-FFF2-40B4-BE49-F238E27FC236}">
                <a16:creationId xmlns:a16="http://schemas.microsoft.com/office/drawing/2014/main" id="{F06A0BE3-E78D-41D9-90E3-5A371DE56FF5}"/>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0539271" y="487848"/>
            <a:ext cx="1192198" cy="996338"/>
          </a:xfrm>
          <a:prstGeom prst="rect">
            <a:avLst/>
          </a:prstGeom>
        </p:spPr>
      </p:pic>
    </p:spTree>
    <p:extLst>
      <p:ext uri="{BB962C8B-B14F-4D97-AF65-F5344CB8AC3E}">
        <p14:creationId xmlns:p14="http://schemas.microsoft.com/office/powerpoint/2010/main" val="3937637638"/>
      </p:ext>
    </p:extLst>
  </p:cSld>
  <p:clrMapOvr>
    <a:masterClrMapping/>
  </p:clrMapOvr>
  <p:extLst>
    <p:ext uri="{DCECCB84-F9BA-43D5-87BE-67443E8EF086}">
      <p15:sldGuideLst xmlns:p15="http://schemas.microsoft.com/office/powerpoint/2012/main">
        <p15:guide id="1" pos="249">
          <p15:clr>
            <a:srgbClr val="FBAE40"/>
          </p15:clr>
        </p15:guide>
        <p15:guide id="2" orient="horz" pos="2765">
          <p15:clr>
            <a:srgbClr val="FBAE40"/>
          </p15:clr>
        </p15:guide>
        <p15:guide id="3" orient="horz" pos="296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1157" y="203609"/>
            <a:ext cx="10082092" cy="1815310"/>
          </a:xfrm>
        </p:spPr>
        <p:txBody>
          <a:bodyPr/>
          <a:lstStyle/>
          <a:p>
            <a:r>
              <a:rPr lang="fr-FR" noProof="0"/>
              <a:t>Modifiez le style du titre</a:t>
            </a:r>
          </a:p>
        </p:txBody>
      </p:sp>
      <p:sp>
        <p:nvSpPr>
          <p:cNvPr id="3" name="Content Placeholder 2"/>
          <p:cNvSpPr>
            <a:spLocks noGrp="1"/>
          </p:cNvSpPr>
          <p:nvPr>
            <p:ph idx="1"/>
          </p:nvPr>
        </p:nvSpPr>
        <p:spPr>
          <a:xfrm>
            <a:off x="351154" y="2624328"/>
            <a:ext cx="8065453" cy="6048756"/>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Text Placeholder 5"/>
          <p:cNvSpPr>
            <a:spLocks noGrp="1"/>
          </p:cNvSpPr>
          <p:nvPr>
            <p:ph type="body" sz="quarter" idx="12"/>
          </p:nvPr>
        </p:nvSpPr>
        <p:spPr>
          <a:xfrm>
            <a:off x="10534650" y="2623079"/>
            <a:ext cx="1813560" cy="6050006"/>
          </a:xfrm>
        </p:spPr>
        <p:txBody>
          <a:bodyPr/>
          <a:lstStyle>
            <a:lvl1pPr marL="0" indent="0">
              <a:lnSpc>
                <a:spcPts val="1512"/>
              </a:lnSpc>
              <a:spcAft>
                <a:spcPts val="0"/>
              </a:spcAft>
              <a:buFontTx/>
              <a:buNone/>
              <a:defRPr sz="1260">
                <a:solidFill>
                  <a:schemeClr val="tx2"/>
                </a:solidFill>
              </a:defRPr>
            </a:lvl1pPr>
            <a:lvl2pPr marL="272160" indent="0">
              <a:lnSpc>
                <a:spcPct val="100000"/>
              </a:lnSpc>
              <a:spcAft>
                <a:spcPts val="0"/>
              </a:spcAft>
              <a:buFontTx/>
              <a:buNone/>
              <a:defRPr sz="1260"/>
            </a:lvl2pPr>
            <a:lvl3pPr marL="453600" indent="0">
              <a:lnSpc>
                <a:spcPct val="100000"/>
              </a:lnSpc>
              <a:spcAft>
                <a:spcPts val="0"/>
              </a:spcAft>
              <a:buFontTx/>
              <a:buNone/>
              <a:defRPr sz="1260"/>
            </a:lvl3pPr>
            <a:lvl4pPr marL="680085" indent="0">
              <a:lnSpc>
                <a:spcPct val="100000"/>
              </a:lnSpc>
              <a:spcAft>
                <a:spcPts val="0"/>
              </a:spcAft>
              <a:buFontTx/>
              <a:buNone/>
              <a:defRPr sz="1260"/>
            </a:lvl4pPr>
            <a:lvl5pPr marL="898111" indent="0">
              <a:lnSpc>
                <a:spcPct val="100000"/>
              </a:lnSpc>
              <a:spcAft>
                <a:spcPts val="0"/>
              </a:spcAft>
              <a:buFontTx/>
              <a:buNone/>
              <a:defRPr sz="1260"/>
            </a:lvl5pPr>
          </a:lstStyle>
          <a:p>
            <a:pPr lvl="0"/>
            <a:r>
              <a:rPr lang="fr-FR"/>
              <a:t>Cliquez pour modifier les styles du texte du masque</a:t>
            </a:r>
          </a:p>
        </p:txBody>
      </p:sp>
      <p:sp>
        <p:nvSpPr>
          <p:cNvPr id="4" name="Espace réservé du pied de page 3">
            <a:extLst>
              <a:ext uri="{FF2B5EF4-FFF2-40B4-BE49-F238E27FC236}">
                <a16:creationId xmlns:a16="http://schemas.microsoft.com/office/drawing/2014/main" id="{53CAF094-8167-D34C-8849-E26328939899}"/>
              </a:ext>
            </a:extLst>
          </p:cNvPr>
          <p:cNvSpPr>
            <a:spLocks noGrp="1"/>
          </p:cNvSpPr>
          <p:nvPr>
            <p:ph type="ftr" sz="quarter" idx="13"/>
          </p:nvPr>
        </p:nvSpPr>
        <p:spPr/>
        <p:txBody>
          <a:bodyPr/>
          <a:lstStyle/>
          <a:p>
            <a:endParaRPr lang="fr-FR"/>
          </a:p>
        </p:txBody>
      </p:sp>
      <p:sp>
        <p:nvSpPr>
          <p:cNvPr id="5" name="Espace réservé du numéro de diapositive 4">
            <a:extLst>
              <a:ext uri="{FF2B5EF4-FFF2-40B4-BE49-F238E27FC236}">
                <a16:creationId xmlns:a16="http://schemas.microsoft.com/office/drawing/2014/main" id="{DD72796F-C5C1-D458-8D83-1D9A88351026}"/>
              </a:ext>
            </a:extLst>
          </p:cNvPr>
          <p:cNvSpPr>
            <a:spLocks noGrp="1"/>
          </p:cNvSpPr>
          <p:nvPr>
            <p:ph type="sldNum" sz="quarter" idx="14"/>
          </p:nvPr>
        </p:nvSpPr>
        <p:spPr/>
        <p:txBody>
          <a:bodyPr/>
          <a:lstStyle/>
          <a:p>
            <a:fld id="{6171D845-F8B3-4BB2-8773-5DDC88305775}" type="slidenum">
              <a:rPr lang="fr-FR" smtClean="0"/>
              <a:t>‹N°›</a:t>
            </a:fld>
            <a:endParaRPr lang="fr-FR"/>
          </a:p>
        </p:txBody>
      </p:sp>
    </p:spTree>
    <p:extLst>
      <p:ext uri="{BB962C8B-B14F-4D97-AF65-F5344CB8AC3E}">
        <p14:creationId xmlns:p14="http://schemas.microsoft.com/office/powerpoint/2010/main" val="21168610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matchingName="Title Slide with Image" preserve="1" userDrawn="1">
  <p:cSld name="Title Slide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1" name="Picture Placeholder 4"/>
          <p:cNvSpPr>
            <a:spLocks noGrp="1"/>
          </p:cNvSpPr>
          <p:nvPr>
            <p:ph type="pic" sz="quarter" idx="10"/>
            <p:custDataLst>
              <p:tags r:id="rId2"/>
            </p:custDataLst>
          </p:nvPr>
        </p:nvSpPr>
        <p:spPr>
          <a:xfrm>
            <a:off x="0" y="0"/>
            <a:ext cx="12801600" cy="9601200"/>
          </a:xfrm>
          <a:noFill/>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2" name="Subtitle 2"/>
          <p:cNvSpPr>
            <a:spLocks noGrp="1"/>
          </p:cNvSpPr>
          <p:nvPr>
            <p:ph type="subTitle" idx="1"/>
          </p:nvPr>
        </p:nvSpPr>
        <p:spPr bwMode="ltGray">
          <a:xfrm>
            <a:off x="0" y="7609128"/>
            <a:ext cx="5493499" cy="410820"/>
          </a:xfrm>
          <a:solidFill>
            <a:schemeClr val="bg1"/>
          </a:solidFill>
        </p:spPr>
        <p:txBody>
          <a:bodyPr lIns="396000" tIns="72000" rIns="144000" bIns="162000">
            <a:spAutoFit/>
          </a:bodyPr>
          <a:lstStyle>
            <a:lvl1pPr marL="0" indent="0" algn="l">
              <a:spcAft>
                <a:spcPts val="0"/>
              </a:spcAft>
              <a:buNone/>
              <a:defRPr sz="1134" b="1">
                <a:solidFill>
                  <a:schemeClr val="tx1"/>
                </a:solidFill>
              </a:defRPr>
            </a:lvl1pPr>
            <a:lvl2pPr marL="576072" indent="0" algn="ctr">
              <a:buNone/>
              <a:defRPr>
                <a:solidFill>
                  <a:schemeClr val="tx1">
                    <a:tint val="75000"/>
                  </a:schemeClr>
                </a:solidFill>
              </a:defRPr>
            </a:lvl2pPr>
            <a:lvl3pPr marL="1152144" indent="0" algn="ctr">
              <a:buNone/>
              <a:defRPr>
                <a:solidFill>
                  <a:schemeClr val="tx1">
                    <a:tint val="75000"/>
                  </a:schemeClr>
                </a:solidFill>
              </a:defRPr>
            </a:lvl3pPr>
            <a:lvl4pPr marL="1728216" indent="0" algn="ctr">
              <a:buNone/>
              <a:defRPr>
                <a:solidFill>
                  <a:schemeClr val="tx1">
                    <a:tint val="75000"/>
                  </a:schemeClr>
                </a:solidFill>
              </a:defRPr>
            </a:lvl4pPr>
            <a:lvl5pPr marL="2304288" indent="0" algn="ctr">
              <a:buNone/>
              <a:defRPr>
                <a:solidFill>
                  <a:schemeClr val="tx1">
                    <a:tint val="75000"/>
                  </a:schemeClr>
                </a:solidFill>
              </a:defRPr>
            </a:lvl5pPr>
            <a:lvl6pPr marL="2880360" indent="0" algn="ctr">
              <a:buNone/>
              <a:defRPr>
                <a:solidFill>
                  <a:schemeClr val="tx1">
                    <a:tint val="75000"/>
                  </a:schemeClr>
                </a:solidFill>
              </a:defRPr>
            </a:lvl6pPr>
            <a:lvl7pPr marL="3456432" indent="0" algn="ctr">
              <a:buNone/>
              <a:defRPr>
                <a:solidFill>
                  <a:schemeClr val="tx1">
                    <a:tint val="75000"/>
                  </a:schemeClr>
                </a:solidFill>
              </a:defRPr>
            </a:lvl7pPr>
            <a:lvl8pPr marL="4032504" indent="0" algn="ctr">
              <a:buNone/>
              <a:defRPr>
                <a:solidFill>
                  <a:schemeClr val="tx1">
                    <a:tint val="75000"/>
                  </a:schemeClr>
                </a:solidFill>
              </a:defRPr>
            </a:lvl8pPr>
            <a:lvl9pPr marL="4608576" indent="0" algn="ctr">
              <a:buNone/>
              <a:defRPr>
                <a:solidFill>
                  <a:schemeClr val="tx1">
                    <a:tint val="75000"/>
                  </a:schemeClr>
                </a:solidFill>
              </a:defRPr>
            </a:lvl9pPr>
          </a:lstStyle>
          <a:p>
            <a:r>
              <a:rPr lang="fr-FR" noProof="0"/>
              <a:t>Modifiez le style des sous-titres du masque</a:t>
            </a:r>
          </a:p>
        </p:txBody>
      </p:sp>
      <p:sp>
        <p:nvSpPr>
          <p:cNvPr id="13" name="Title 1"/>
          <p:cNvSpPr>
            <a:spLocks noGrp="1"/>
          </p:cNvSpPr>
          <p:nvPr>
            <p:ph type="ctrTitle"/>
          </p:nvPr>
        </p:nvSpPr>
        <p:spPr bwMode="ltGray">
          <a:xfrm>
            <a:off x="0" y="6984425"/>
            <a:ext cx="5493499" cy="705018"/>
          </a:xfrm>
          <a:solidFill>
            <a:schemeClr val="bg1"/>
          </a:solidFill>
        </p:spPr>
        <p:txBody>
          <a:bodyPr lIns="396000" tIns="147600" rIns="144000" bIns="118800" anchor="b" anchorCtr="0">
            <a:spAutoFit/>
          </a:bodyPr>
          <a:lstStyle>
            <a:lvl1pPr algn="l">
              <a:lnSpc>
                <a:spcPts val="3402"/>
              </a:lnSpc>
              <a:defRPr sz="2898" baseline="0">
                <a:solidFill>
                  <a:schemeClr val="tx1"/>
                </a:solidFill>
              </a:defRPr>
            </a:lvl1pPr>
          </a:lstStyle>
          <a:p>
            <a:r>
              <a:rPr lang="fr-FR" noProof="0"/>
              <a:t>Modifiez le style du titre</a:t>
            </a:r>
          </a:p>
        </p:txBody>
      </p:sp>
      <p:sp>
        <p:nvSpPr>
          <p:cNvPr id="9" name="Status"/>
          <p:cNvSpPr txBox="1">
            <a:spLocks/>
          </p:cNvSpPr>
          <p:nvPr userDrawn="1">
            <p:custDataLst>
              <p:tags r:id="rId3"/>
            </p:custDataLst>
          </p:nvPr>
        </p:nvSpPr>
        <p:spPr bwMode="gray">
          <a:xfrm>
            <a:off x="11270243" y="2344709"/>
            <a:ext cx="1531357" cy="213264"/>
          </a:xfrm>
          <a:prstGeom prst="rect">
            <a:avLst/>
          </a:prstGeom>
          <a:solidFill>
            <a:srgbClr val="DFDFDF"/>
          </a:solidFill>
        </p:spPr>
        <p:txBody>
          <a:bodyPr wrap="none" lIns="90720" tIns="0" rIns="408240" bIns="0" rtlCol="0" anchor="ctr">
            <a:spAutoFit/>
          </a:bodyPr>
          <a:lstStyle/>
          <a:p>
            <a:pPr algn="r"/>
            <a:r>
              <a:rPr lang="fr-FR" sz="1386" cap="none" baseline="0">
                <a:solidFill>
                  <a:srgbClr val="000000"/>
                </a:solidFill>
                <a:latin typeface="Arial" panose="020B0604020202020204" pitchFamily="34" charset="0"/>
                <a:cs typeface="Arial" panose="020B0604020202020204" pitchFamily="34" charset="0"/>
              </a:rPr>
              <a:t>BROUILLON</a:t>
            </a:r>
          </a:p>
        </p:txBody>
      </p:sp>
      <p:sp>
        <p:nvSpPr>
          <p:cNvPr id="8" name="LogoFrame"/>
          <p:cNvSpPr>
            <a:spLocks/>
          </p:cNvSpPr>
          <p:nvPr userDrawn="1">
            <p:custDataLst>
              <p:tags r:id="rId4"/>
            </p:custDataLst>
          </p:nvPr>
        </p:nvSpPr>
        <p:spPr bwMode="white">
          <a:xfrm>
            <a:off x="10070130"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98">
              <a:solidFill>
                <a:schemeClr val="tx1"/>
              </a:solidFill>
            </a:endParaRPr>
          </a:p>
        </p:txBody>
      </p:sp>
      <p:pic>
        <p:nvPicPr>
          <p:cNvPr id="10" name="Image 9">
            <a:extLst>
              <a:ext uri="{FF2B5EF4-FFF2-40B4-BE49-F238E27FC236}">
                <a16:creationId xmlns:a16="http://schemas.microsoft.com/office/drawing/2014/main" id="{526F7EDD-2D36-4F41-B201-A0AA95CEDDC9}"/>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0539271" y="487848"/>
            <a:ext cx="1192198" cy="996338"/>
          </a:xfrm>
          <a:prstGeom prst="rect">
            <a:avLst/>
          </a:prstGeom>
        </p:spPr>
      </p:pic>
    </p:spTree>
    <p:extLst>
      <p:ext uri="{BB962C8B-B14F-4D97-AF65-F5344CB8AC3E}">
        <p14:creationId xmlns:p14="http://schemas.microsoft.com/office/powerpoint/2010/main" val="340357359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matchingName="Section Header" preserve="1" userDrawn="1">
  <p:cSld name="Section Header">
    <p:spTree>
      <p:nvGrpSpPr>
        <p:cNvPr id="1" name=""/>
        <p:cNvGrpSpPr/>
        <p:nvPr/>
      </p:nvGrpSpPr>
      <p:grpSpPr>
        <a:xfrm>
          <a:off x="0" y="0"/>
          <a:ext cx="0" cy="0"/>
          <a:chOff x="0" y="0"/>
          <a:chExt cx="0" cy="0"/>
        </a:xfrm>
      </p:grpSpPr>
      <p:sp>
        <p:nvSpPr>
          <p:cNvPr id="8" name="EcoBackground" hidden="1"/>
          <p:cNvSpPr/>
          <p:nvPr userDrawn="1">
            <p:custDataLst>
              <p:tags r:id="rId2"/>
            </p:custDataLst>
          </p:nvPr>
        </p:nvSpPr>
        <p:spPr bwMode="gray">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98">
              <a:solidFill>
                <a:srgbClr val="FFFFFF"/>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3"/>
            </p:custDataLst>
          </p:nvPr>
        </p:nvSpPr>
        <p:spPr>
          <a:xfrm>
            <a:off x="503750" y="3619439"/>
            <a:ext cx="4939850" cy="655696"/>
          </a:xfrm>
        </p:spPr>
        <p:txBody>
          <a:bodyPr lIns="36000" anchor="b" anchorCtr="0">
            <a:noAutofit/>
          </a:bodyPr>
          <a:lstStyle>
            <a:lvl1pPr algn="l">
              <a:defRPr sz="2898" b="0" cap="none" baseline="0">
                <a:solidFill>
                  <a:schemeClr val="tx1"/>
                </a:solidFill>
              </a:defRPr>
            </a:lvl1pPr>
          </a:lstStyle>
          <a:p>
            <a:r>
              <a:rPr lang="fr-FR"/>
              <a:t>Modifiez le style du titre</a:t>
            </a:r>
          </a:p>
        </p:txBody>
      </p:sp>
      <p:sp>
        <p:nvSpPr>
          <p:cNvPr id="9" name="Status"/>
          <p:cNvSpPr txBox="1">
            <a:spLocks/>
          </p:cNvSpPr>
          <p:nvPr userDrawn="1">
            <p:custDataLst>
              <p:tags r:id="rId4"/>
            </p:custDataLst>
          </p:nvPr>
        </p:nvSpPr>
        <p:spPr bwMode="gray">
          <a:xfrm>
            <a:off x="11270243" y="2344709"/>
            <a:ext cx="1531357" cy="213264"/>
          </a:xfrm>
          <a:prstGeom prst="rect">
            <a:avLst/>
          </a:prstGeom>
          <a:solidFill>
            <a:srgbClr val="DFDFDF"/>
          </a:solidFill>
        </p:spPr>
        <p:txBody>
          <a:bodyPr wrap="none" lIns="90720" tIns="0" rIns="408240" bIns="0" rtlCol="0" anchor="ctr">
            <a:spAutoFit/>
          </a:bodyPr>
          <a:lstStyle/>
          <a:p>
            <a:pPr algn="r"/>
            <a:r>
              <a:rPr lang="fr-FR" sz="1386" cap="none" baseline="0">
                <a:solidFill>
                  <a:srgbClr val="000000"/>
                </a:solidFill>
                <a:latin typeface="Arial" panose="020B0604020202020204" pitchFamily="34" charset="0"/>
                <a:cs typeface="Arial" panose="020B0604020202020204" pitchFamily="34" charset="0"/>
              </a:rPr>
              <a:t>BROUILLON</a:t>
            </a:r>
          </a:p>
        </p:txBody>
      </p:sp>
      <p:pic>
        <p:nvPicPr>
          <p:cNvPr id="11" name="Image 10">
            <a:extLst>
              <a:ext uri="{FF2B5EF4-FFF2-40B4-BE49-F238E27FC236}">
                <a16:creationId xmlns:a16="http://schemas.microsoft.com/office/drawing/2014/main" id="{EDC6E267-77A0-4466-9247-FDC70764DABC}"/>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1410558" y="8625078"/>
            <a:ext cx="818677" cy="684180"/>
          </a:xfrm>
          <a:prstGeom prst="rect">
            <a:avLst/>
          </a:prstGeom>
        </p:spPr>
      </p:pic>
    </p:spTree>
    <p:extLst>
      <p:ext uri="{BB962C8B-B14F-4D97-AF65-F5344CB8AC3E}">
        <p14:creationId xmlns:p14="http://schemas.microsoft.com/office/powerpoint/2010/main" val="188012145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matchingName="Section Header with Image" preserve="1" userDrawn="1">
  <p:cSld name="Section Header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0"/>
            <p:custDataLst>
              <p:tags r:id="rId2"/>
            </p:custDataLst>
          </p:nvPr>
        </p:nvSpPr>
        <p:spPr>
          <a:xfrm>
            <a:off x="0" y="0"/>
            <a:ext cx="12801600" cy="8308829"/>
          </a:xfrm>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3" name="EcoBackground" hidden="1"/>
          <p:cNvSpPr/>
          <p:nvPr userDrawn="1">
            <p:custDataLst>
              <p:tags r:id="rId3"/>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98" noProof="0"/>
          </a:p>
        </p:txBody>
      </p:sp>
      <p:sp>
        <p:nvSpPr>
          <p:cNvPr id="6" name="Hider"/>
          <p:cNvSpPr/>
          <p:nvPr userDrawn="1"/>
        </p:nvSpPr>
        <p:spPr bwMode="white">
          <a:xfrm>
            <a:off x="0" y="8308829"/>
            <a:ext cx="12801600" cy="129237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98" noProof="0"/>
          </a:p>
        </p:txBody>
      </p:sp>
      <p:sp>
        <p:nvSpPr>
          <p:cNvPr id="10" name="Status"/>
          <p:cNvSpPr txBox="1">
            <a:spLocks/>
          </p:cNvSpPr>
          <p:nvPr userDrawn="1">
            <p:custDataLst>
              <p:tags r:id="rId4"/>
            </p:custDataLst>
          </p:nvPr>
        </p:nvSpPr>
        <p:spPr bwMode="gray">
          <a:xfrm>
            <a:off x="11270243" y="2344709"/>
            <a:ext cx="1531357" cy="213264"/>
          </a:xfrm>
          <a:prstGeom prst="rect">
            <a:avLst/>
          </a:prstGeom>
          <a:solidFill>
            <a:srgbClr val="DFDFDF"/>
          </a:solidFill>
        </p:spPr>
        <p:txBody>
          <a:bodyPr wrap="none" lIns="90720" tIns="0" rIns="408240" bIns="0" rtlCol="0" anchor="ctr">
            <a:spAutoFit/>
          </a:bodyPr>
          <a:lstStyle/>
          <a:p>
            <a:pPr algn="r"/>
            <a:r>
              <a:rPr lang="fr-FR" sz="1386" cap="none" baseline="0">
                <a:solidFill>
                  <a:srgbClr val="000000"/>
                </a:solidFill>
                <a:latin typeface="Arial" panose="020B0604020202020204" pitchFamily="34" charset="0"/>
                <a:cs typeface="Arial" panose="020B0604020202020204" pitchFamily="34" charset="0"/>
              </a:rPr>
              <a:t>BROUILLON</a:t>
            </a:r>
          </a:p>
        </p:txBody>
      </p:sp>
      <p:sp>
        <p:nvSpPr>
          <p:cNvPr id="2" name="Title 1"/>
          <p:cNvSpPr>
            <a:spLocks noGrp="1"/>
          </p:cNvSpPr>
          <p:nvPr>
            <p:ph type="title"/>
            <p:custDataLst>
              <p:tags r:id="rId5"/>
            </p:custDataLst>
          </p:nvPr>
        </p:nvSpPr>
        <p:spPr bwMode="ltGray">
          <a:xfrm>
            <a:off x="0" y="3612149"/>
            <a:ext cx="5493600" cy="736768"/>
          </a:xfrm>
          <a:solidFill>
            <a:schemeClr val="bg1"/>
          </a:solidFill>
        </p:spPr>
        <p:txBody>
          <a:bodyPr lIns="396000" tIns="144000" bIns="144000" anchor="ctr" anchorCtr="0">
            <a:spAutoFit/>
          </a:bodyPr>
          <a:lstStyle>
            <a:lvl1pPr algn="l">
              <a:defRPr sz="2898" b="0" cap="none" baseline="0">
                <a:solidFill>
                  <a:schemeClr val="tx1"/>
                </a:solidFill>
              </a:defRPr>
            </a:lvl1pPr>
          </a:lstStyle>
          <a:p>
            <a:r>
              <a:rPr lang="fr-FR" noProof="0"/>
              <a:t>Modifiez le style du titre</a:t>
            </a:r>
          </a:p>
        </p:txBody>
      </p:sp>
      <p:pic>
        <p:nvPicPr>
          <p:cNvPr id="12" name="Image 11">
            <a:extLst>
              <a:ext uri="{FF2B5EF4-FFF2-40B4-BE49-F238E27FC236}">
                <a16:creationId xmlns:a16="http://schemas.microsoft.com/office/drawing/2014/main" id="{3EF3C5E7-5463-4473-92D3-048CBF68F54B}"/>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1410558" y="8625078"/>
            <a:ext cx="818677" cy="684180"/>
          </a:xfrm>
          <a:prstGeom prst="rect">
            <a:avLst/>
          </a:prstGeom>
        </p:spPr>
      </p:pic>
    </p:spTree>
    <p:extLst>
      <p:ext uri="{BB962C8B-B14F-4D97-AF65-F5344CB8AC3E}">
        <p14:creationId xmlns:p14="http://schemas.microsoft.com/office/powerpoint/2010/main" val="15920064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matchingName="Title Slide with Image" preserve="1" userDrawn="1">
  <p:cSld name="1_Title Slide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1" name="Picture Placeholder 4"/>
          <p:cNvSpPr>
            <a:spLocks noGrp="1"/>
          </p:cNvSpPr>
          <p:nvPr>
            <p:ph type="pic" sz="quarter" idx="10"/>
            <p:custDataLst>
              <p:tags r:id="rId2"/>
            </p:custDataLst>
          </p:nvPr>
        </p:nvSpPr>
        <p:spPr>
          <a:xfrm>
            <a:off x="0" y="0"/>
            <a:ext cx="12801600" cy="9601200"/>
          </a:xfrm>
          <a:noFill/>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2" name="Subtitle 2"/>
          <p:cNvSpPr>
            <a:spLocks noGrp="1"/>
          </p:cNvSpPr>
          <p:nvPr>
            <p:ph type="subTitle" idx="1"/>
          </p:nvPr>
        </p:nvSpPr>
        <p:spPr bwMode="ltGray">
          <a:xfrm>
            <a:off x="0" y="7609128"/>
            <a:ext cx="5493499" cy="410820"/>
          </a:xfrm>
          <a:solidFill>
            <a:schemeClr val="bg1"/>
          </a:solidFill>
        </p:spPr>
        <p:txBody>
          <a:bodyPr lIns="396000" tIns="72000" rIns="144000" bIns="162000">
            <a:spAutoFit/>
          </a:bodyPr>
          <a:lstStyle>
            <a:lvl1pPr marL="0" indent="0" algn="l">
              <a:spcAft>
                <a:spcPts val="0"/>
              </a:spcAft>
              <a:buNone/>
              <a:defRPr sz="1134" b="1">
                <a:solidFill>
                  <a:schemeClr val="tx1"/>
                </a:solidFill>
              </a:defRPr>
            </a:lvl1pPr>
            <a:lvl2pPr marL="576072" indent="0" algn="ctr">
              <a:buNone/>
              <a:defRPr>
                <a:solidFill>
                  <a:schemeClr val="tx1">
                    <a:tint val="75000"/>
                  </a:schemeClr>
                </a:solidFill>
              </a:defRPr>
            </a:lvl2pPr>
            <a:lvl3pPr marL="1152144" indent="0" algn="ctr">
              <a:buNone/>
              <a:defRPr>
                <a:solidFill>
                  <a:schemeClr val="tx1">
                    <a:tint val="75000"/>
                  </a:schemeClr>
                </a:solidFill>
              </a:defRPr>
            </a:lvl3pPr>
            <a:lvl4pPr marL="1728216" indent="0" algn="ctr">
              <a:buNone/>
              <a:defRPr>
                <a:solidFill>
                  <a:schemeClr val="tx1">
                    <a:tint val="75000"/>
                  </a:schemeClr>
                </a:solidFill>
              </a:defRPr>
            </a:lvl4pPr>
            <a:lvl5pPr marL="2304288" indent="0" algn="ctr">
              <a:buNone/>
              <a:defRPr>
                <a:solidFill>
                  <a:schemeClr val="tx1">
                    <a:tint val="75000"/>
                  </a:schemeClr>
                </a:solidFill>
              </a:defRPr>
            </a:lvl5pPr>
            <a:lvl6pPr marL="2880360" indent="0" algn="ctr">
              <a:buNone/>
              <a:defRPr>
                <a:solidFill>
                  <a:schemeClr val="tx1">
                    <a:tint val="75000"/>
                  </a:schemeClr>
                </a:solidFill>
              </a:defRPr>
            </a:lvl6pPr>
            <a:lvl7pPr marL="3456432" indent="0" algn="ctr">
              <a:buNone/>
              <a:defRPr>
                <a:solidFill>
                  <a:schemeClr val="tx1">
                    <a:tint val="75000"/>
                  </a:schemeClr>
                </a:solidFill>
              </a:defRPr>
            </a:lvl7pPr>
            <a:lvl8pPr marL="4032504" indent="0" algn="ctr">
              <a:buNone/>
              <a:defRPr>
                <a:solidFill>
                  <a:schemeClr val="tx1">
                    <a:tint val="75000"/>
                  </a:schemeClr>
                </a:solidFill>
              </a:defRPr>
            </a:lvl8pPr>
            <a:lvl9pPr marL="4608576" indent="0" algn="ctr">
              <a:buNone/>
              <a:defRPr>
                <a:solidFill>
                  <a:schemeClr val="tx1">
                    <a:tint val="75000"/>
                  </a:schemeClr>
                </a:solidFill>
              </a:defRPr>
            </a:lvl9pPr>
          </a:lstStyle>
          <a:p>
            <a:r>
              <a:rPr lang="fr-FR" noProof="0"/>
              <a:t>Modifiez le style des sous-titres du masque</a:t>
            </a:r>
          </a:p>
        </p:txBody>
      </p:sp>
      <p:sp>
        <p:nvSpPr>
          <p:cNvPr id="13" name="Title 1"/>
          <p:cNvSpPr>
            <a:spLocks noGrp="1"/>
          </p:cNvSpPr>
          <p:nvPr>
            <p:ph type="ctrTitle"/>
          </p:nvPr>
        </p:nvSpPr>
        <p:spPr bwMode="ltGray">
          <a:xfrm>
            <a:off x="0" y="6984425"/>
            <a:ext cx="5493499" cy="705018"/>
          </a:xfrm>
          <a:solidFill>
            <a:schemeClr val="bg1"/>
          </a:solidFill>
        </p:spPr>
        <p:txBody>
          <a:bodyPr lIns="396000" tIns="147600" rIns="144000" bIns="118800" anchor="b" anchorCtr="0">
            <a:spAutoFit/>
          </a:bodyPr>
          <a:lstStyle>
            <a:lvl1pPr algn="l">
              <a:lnSpc>
                <a:spcPts val="3402"/>
              </a:lnSpc>
              <a:defRPr sz="2898" baseline="0">
                <a:solidFill>
                  <a:schemeClr val="tx1"/>
                </a:solidFill>
              </a:defRPr>
            </a:lvl1pPr>
          </a:lstStyle>
          <a:p>
            <a:r>
              <a:rPr lang="fr-FR" noProof="0"/>
              <a:t>Modifiez le style du titre</a:t>
            </a:r>
          </a:p>
        </p:txBody>
      </p:sp>
      <p:sp>
        <p:nvSpPr>
          <p:cNvPr id="9" name="Status"/>
          <p:cNvSpPr txBox="1">
            <a:spLocks/>
          </p:cNvSpPr>
          <p:nvPr userDrawn="1">
            <p:custDataLst>
              <p:tags r:id="rId3"/>
            </p:custDataLst>
          </p:nvPr>
        </p:nvSpPr>
        <p:spPr bwMode="gray">
          <a:xfrm>
            <a:off x="11270243" y="2344709"/>
            <a:ext cx="1531357" cy="213264"/>
          </a:xfrm>
          <a:prstGeom prst="rect">
            <a:avLst/>
          </a:prstGeom>
          <a:solidFill>
            <a:srgbClr val="DFDFDF"/>
          </a:solidFill>
        </p:spPr>
        <p:txBody>
          <a:bodyPr wrap="none" lIns="90720" tIns="0" rIns="408240" bIns="0" rtlCol="0" anchor="ctr">
            <a:spAutoFit/>
          </a:bodyPr>
          <a:lstStyle/>
          <a:p>
            <a:pPr algn="r"/>
            <a:r>
              <a:rPr lang="fr-FR" sz="1386" cap="none" baseline="0">
                <a:solidFill>
                  <a:srgbClr val="000000"/>
                </a:solidFill>
                <a:latin typeface="Arial" panose="020B0604020202020204" pitchFamily="34" charset="0"/>
                <a:cs typeface="Arial" panose="020B0604020202020204" pitchFamily="34" charset="0"/>
              </a:rPr>
              <a:t>BROUILLON</a:t>
            </a:r>
          </a:p>
        </p:txBody>
      </p:sp>
      <p:sp>
        <p:nvSpPr>
          <p:cNvPr id="8" name="LogoFrame"/>
          <p:cNvSpPr>
            <a:spLocks/>
          </p:cNvSpPr>
          <p:nvPr userDrawn="1">
            <p:custDataLst>
              <p:tags r:id="rId4"/>
            </p:custDataLst>
          </p:nvPr>
        </p:nvSpPr>
        <p:spPr bwMode="white">
          <a:xfrm>
            <a:off x="10070130"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68">
              <a:solidFill>
                <a:schemeClr val="tx1"/>
              </a:solidFill>
            </a:endParaRPr>
          </a:p>
        </p:txBody>
      </p:sp>
      <p:pic>
        <p:nvPicPr>
          <p:cNvPr id="10" name="Image 9">
            <a:extLst>
              <a:ext uri="{FF2B5EF4-FFF2-40B4-BE49-F238E27FC236}">
                <a16:creationId xmlns:a16="http://schemas.microsoft.com/office/drawing/2014/main" id="{526F7EDD-2D36-4F41-B201-A0AA95CEDDC9}"/>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0539271" y="487848"/>
            <a:ext cx="1192198" cy="996338"/>
          </a:xfrm>
          <a:prstGeom prst="rect">
            <a:avLst/>
          </a:prstGeom>
        </p:spPr>
      </p:pic>
    </p:spTree>
    <p:extLst>
      <p:ext uri="{BB962C8B-B14F-4D97-AF65-F5344CB8AC3E}">
        <p14:creationId xmlns:p14="http://schemas.microsoft.com/office/powerpoint/2010/main" val="3625937264"/>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matchingName="Section Header" preserve="1" userDrawn="1">
  <p:cSld name="1_Section Header">
    <p:spTree>
      <p:nvGrpSpPr>
        <p:cNvPr id="1" name=""/>
        <p:cNvGrpSpPr/>
        <p:nvPr/>
      </p:nvGrpSpPr>
      <p:grpSpPr>
        <a:xfrm>
          <a:off x="0" y="0"/>
          <a:ext cx="0" cy="0"/>
          <a:chOff x="0" y="0"/>
          <a:chExt cx="0" cy="0"/>
        </a:xfrm>
      </p:grpSpPr>
      <p:sp>
        <p:nvSpPr>
          <p:cNvPr id="8" name="EcoBackground" hidden="1"/>
          <p:cNvSpPr/>
          <p:nvPr userDrawn="1">
            <p:custDataLst>
              <p:tags r:id="rId2"/>
            </p:custDataLst>
          </p:nvPr>
        </p:nvSpPr>
        <p:spPr bwMode="gray">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68">
              <a:solidFill>
                <a:srgbClr val="FFFFFF"/>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3"/>
            </p:custDataLst>
          </p:nvPr>
        </p:nvSpPr>
        <p:spPr>
          <a:xfrm>
            <a:off x="503750" y="3619439"/>
            <a:ext cx="4939850" cy="655696"/>
          </a:xfrm>
        </p:spPr>
        <p:txBody>
          <a:bodyPr lIns="36000" anchor="b" anchorCtr="0">
            <a:noAutofit/>
          </a:bodyPr>
          <a:lstStyle>
            <a:lvl1pPr algn="l">
              <a:defRPr sz="2898" b="0" cap="none" baseline="0">
                <a:solidFill>
                  <a:schemeClr val="tx1"/>
                </a:solidFill>
              </a:defRPr>
            </a:lvl1pPr>
          </a:lstStyle>
          <a:p>
            <a:r>
              <a:rPr lang="fr-FR"/>
              <a:t>Modifiez le style du titre</a:t>
            </a:r>
          </a:p>
        </p:txBody>
      </p:sp>
      <p:sp>
        <p:nvSpPr>
          <p:cNvPr id="9" name="Status"/>
          <p:cNvSpPr txBox="1">
            <a:spLocks/>
          </p:cNvSpPr>
          <p:nvPr userDrawn="1">
            <p:custDataLst>
              <p:tags r:id="rId4"/>
            </p:custDataLst>
          </p:nvPr>
        </p:nvSpPr>
        <p:spPr bwMode="gray">
          <a:xfrm>
            <a:off x="11270243" y="2344709"/>
            <a:ext cx="1531357" cy="213264"/>
          </a:xfrm>
          <a:prstGeom prst="rect">
            <a:avLst/>
          </a:prstGeom>
          <a:solidFill>
            <a:srgbClr val="DFDFDF"/>
          </a:solidFill>
        </p:spPr>
        <p:txBody>
          <a:bodyPr wrap="none" lIns="90720" tIns="0" rIns="408240" bIns="0" rtlCol="0" anchor="ctr">
            <a:spAutoFit/>
          </a:bodyPr>
          <a:lstStyle/>
          <a:p>
            <a:pPr algn="r"/>
            <a:r>
              <a:rPr lang="fr-FR" sz="1386" cap="none" baseline="0">
                <a:solidFill>
                  <a:srgbClr val="000000"/>
                </a:solidFill>
                <a:latin typeface="Arial" panose="020B0604020202020204" pitchFamily="34" charset="0"/>
                <a:cs typeface="Arial" panose="020B0604020202020204" pitchFamily="34" charset="0"/>
              </a:rPr>
              <a:t>BROUILLON</a:t>
            </a:r>
          </a:p>
        </p:txBody>
      </p:sp>
      <p:pic>
        <p:nvPicPr>
          <p:cNvPr id="11" name="Image 10">
            <a:extLst>
              <a:ext uri="{FF2B5EF4-FFF2-40B4-BE49-F238E27FC236}">
                <a16:creationId xmlns:a16="http://schemas.microsoft.com/office/drawing/2014/main" id="{EDC6E267-77A0-4466-9247-FDC70764DABC}"/>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1410558" y="8625078"/>
            <a:ext cx="818677" cy="684180"/>
          </a:xfrm>
          <a:prstGeom prst="rect">
            <a:avLst/>
          </a:prstGeom>
        </p:spPr>
      </p:pic>
    </p:spTree>
    <p:extLst>
      <p:ext uri="{BB962C8B-B14F-4D97-AF65-F5344CB8AC3E}">
        <p14:creationId xmlns:p14="http://schemas.microsoft.com/office/powerpoint/2010/main" val="146373710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matchingName="Section Header with Image" preserve="1" userDrawn="1">
  <p:cSld name="1_Section Header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0"/>
            <p:custDataLst>
              <p:tags r:id="rId2"/>
            </p:custDataLst>
          </p:nvPr>
        </p:nvSpPr>
        <p:spPr>
          <a:xfrm>
            <a:off x="0" y="0"/>
            <a:ext cx="12801600" cy="8308829"/>
          </a:xfrm>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3" name="EcoBackground" hidden="1"/>
          <p:cNvSpPr/>
          <p:nvPr userDrawn="1">
            <p:custDataLst>
              <p:tags r:id="rId3"/>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68" noProof="0"/>
          </a:p>
        </p:txBody>
      </p:sp>
      <p:sp>
        <p:nvSpPr>
          <p:cNvPr id="6" name="Hider"/>
          <p:cNvSpPr/>
          <p:nvPr userDrawn="1"/>
        </p:nvSpPr>
        <p:spPr bwMode="white">
          <a:xfrm>
            <a:off x="0" y="8308829"/>
            <a:ext cx="12801600" cy="129237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68" noProof="0"/>
          </a:p>
        </p:txBody>
      </p:sp>
      <p:sp>
        <p:nvSpPr>
          <p:cNvPr id="10" name="Status"/>
          <p:cNvSpPr txBox="1">
            <a:spLocks/>
          </p:cNvSpPr>
          <p:nvPr userDrawn="1">
            <p:custDataLst>
              <p:tags r:id="rId4"/>
            </p:custDataLst>
          </p:nvPr>
        </p:nvSpPr>
        <p:spPr bwMode="gray">
          <a:xfrm>
            <a:off x="11270243" y="2344709"/>
            <a:ext cx="1531357" cy="213264"/>
          </a:xfrm>
          <a:prstGeom prst="rect">
            <a:avLst/>
          </a:prstGeom>
          <a:solidFill>
            <a:srgbClr val="DFDFDF"/>
          </a:solidFill>
        </p:spPr>
        <p:txBody>
          <a:bodyPr wrap="none" lIns="90720" tIns="0" rIns="408240" bIns="0" rtlCol="0" anchor="ctr">
            <a:spAutoFit/>
          </a:bodyPr>
          <a:lstStyle/>
          <a:p>
            <a:pPr algn="r"/>
            <a:r>
              <a:rPr lang="fr-FR" sz="1386" cap="none" baseline="0">
                <a:solidFill>
                  <a:srgbClr val="000000"/>
                </a:solidFill>
                <a:latin typeface="Arial" panose="020B0604020202020204" pitchFamily="34" charset="0"/>
                <a:cs typeface="Arial" panose="020B0604020202020204" pitchFamily="34" charset="0"/>
              </a:rPr>
              <a:t>BROUILLON</a:t>
            </a:r>
          </a:p>
        </p:txBody>
      </p:sp>
      <p:sp>
        <p:nvSpPr>
          <p:cNvPr id="2" name="Title 1"/>
          <p:cNvSpPr>
            <a:spLocks noGrp="1"/>
          </p:cNvSpPr>
          <p:nvPr>
            <p:ph type="title"/>
            <p:custDataLst>
              <p:tags r:id="rId5"/>
            </p:custDataLst>
          </p:nvPr>
        </p:nvSpPr>
        <p:spPr bwMode="ltGray">
          <a:xfrm>
            <a:off x="0" y="3612149"/>
            <a:ext cx="5493600" cy="736768"/>
          </a:xfrm>
          <a:solidFill>
            <a:schemeClr val="bg1"/>
          </a:solidFill>
        </p:spPr>
        <p:txBody>
          <a:bodyPr lIns="396000" tIns="144000" bIns="144000" anchor="ctr" anchorCtr="0">
            <a:spAutoFit/>
          </a:bodyPr>
          <a:lstStyle>
            <a:lvl1pPr algn="l">
              <a:defRPr sz="2898" b="0" cap="none" baseline="0">
                <a:solidFill>
                  <a:schemeClr val="tx1"/>
                </a:solidFill>
              </a:defRPr>
            </a:lvl1pPr>
          </a:lstStyle>
          <a:p>
            <a:r>
              <a:rPr lang="fr-FR" noProof="0"/>
              <a:t>Modifiez le style du titre</a:t>
            </a:r>
          </a:p>
        </p:txBody>
      </p:sp>
      <p:pic>
        <p:nvPicPr>
          <p:cNvPr id="12" name="Image 11">
            <a:extLst>
              <a:ext uri="{FF2B5EF4-FFF2-40B4-BE49-F238E27FC236}">
                <a16:creationId xmlns:a16="http://schemas.microsoft.com/office/drawing/2014/main" id="{3EF3C5E7-5463-4473-92D3-048CBF68F54B}"/>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1410558" y="8625078"/>
            <a:ext cx="818677" cy="684180"/>
          </a:xfrm>
          <a:prstGeom prst="rect">
            <a:avLst/>
          </a:prstGeom>
        </p:spPr>
      </p:pic>
    </p:spTree>
    <p:extLst>
      <p:ext uri="{BB962C8B-B14F-4D97-AF65-F5344CB8AC3E}">
        <p14:creationId xmlns:p14="http://schemas.microsoft.com/office/powerpoint/2010/main" val="78845240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Image and Content 2/3 - 1/3" preserve="1" userDrawn="1">
  <p:cSld name="Image and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7" name="Picture Placeholder 6"/>
          <p:cNvSpPr>
            <a:spLocks noGrp="1"/>
          </p:cNvSpPr>
          <p:nvPr>
            <p:ph type="pic" sz="quarter" idx="12"/>
          </p:nvPr>
        </p:nvSpPr>
        <p:spPr>
          <a:xfrm>
            <a:off x="351155" y="2624328"/>
            <a:ext cx="8065453" cy="6048756"/>
          </a:xfrm>
        </p:spPr>
        <p:txBody>
          <a:bodyPr lIns="0" bIns="432000" anchor="ctr" anchorCtr="0"/>
          <a:lstStyle>
            <a:lvl1pPr marL="0" indent="0" algn="ctr">
              <a:buNone/>
              <a:defRPr>
                <a:solidFill>
                  <a:srgbClr val="808080"/>
                </a:solidFill>
              </a:defRPr>
            </a:lvl1pPr>
          </a:lstStyle>
          <a:p>
            <a:r>
              <a:rPr lang="fr-FR"/>
              <a:t>Cliquez sur l'icône pour ajouter une image</a:t>
            </a:r>
          </a:p>
        </p:txBody>
      </p:sp>
      <p:sp>
        <p:nvSpPr>
          <p:cNvPr id="9" name="Content Placeholder 8"/>
          <p:cNvSpPr>
            <a:spLocks noGrp="1"/>
          </p:cNvSpPr>
          <p:nvPr>
            <p:ph sz="quarter" idx="13"/>
          </p:nvPr>
        </p:nvSpPr>
        <p:spPr>
          <a:xfrm>
            <a:off x="8517836" y="2624328"/>
            <a:ext cx="3830376" cy="6048756"/>
          </a:xfrm>
        </p:spPr>
        <p:txBody>
          <a:bodyPr/>
          <a:lstStyle>
            <a:lvl1pPr>
              <a:defRPr sz="2016"/>
            </a:lvl1pPr>
            <a:lvl2pPr>
              <a:defRPr sz="1890"/>
            </a:lvl2pPr>
            <a:lvl3pPr>
              <a:defRPr sz="1764"/>
            </a:lvl3pPr>
            <a:lvl4pPr>
              <a:defRPr sz="1638"/>
            </a:lvl4pPr>
            <a:lvl5pPr>
              <a:defRPr sz="1512"/>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2">
            <a:extLst>
              <a:ext uri="{FF2B5EF4-FFF2-40B4-BE49-F238E27FC236}">
                <a16:creationId xmlns:a16="http://schemas.microsoft.com/office/drawing/2014/main" id="{05AF7EFA-C62D-3053-2FDC-CE60B94A459A}"/>
              </a:ext>
            </a:extLst>
          </p:cNvPr>
          <p:cNvSpPr>
            <a:spLocks noGrp="1"/>
          </p:cNvSpPr>
          <p:nvPr>
            <p:ph type="ftr" sz="quarter" idx="14"/>
          </p:nvPr>
        </p:nvSpPr>
        <p:spPr/>
        <p:txBody>
          <a:bodyPr/>
          <a:lstStyle/>
          <a:p>
            <a:endParaRPr lang="fr-FR"/>
          </a:p>
        </p:txBody>
      </p:sp>
      <p:sp>
        <p:nvSpPr>
          <p:cNvPr id="4" name="Espace réservé du numéro de diapositive 3">
            <a:extLst>
              <a:ext uri="{FF2B5EF4-FFF2-40B4-BE49-F238E27FC236}">
                <a16:creationId xmlns:a16="http://schemas.microsoft.com/office/drawing/2014/main" id="{E516A6D0-EEA4-43C1-01FD-5842D51E4C70}"/>
              </a:ext>
            </a:extLst>
          </p:cNvPr>
          <p:cNvSpPr>
            <a:spLocks noGrp="1"/>
          </p:cNvSpPr>
          <p:nvPr>
            <p:ph type="sldNum" sz="quarter" idx="15"/>
          </p:nvPr>
        </p:nvSpPr>
        <p:spPr/>
        <p:txBody>
          <a:bodyPr/>
          <a:lstStyle/>
          <a:p>
            <a:fld id="{6171D845-F8B3-4BB2-8773-5DDC88305775}" type="slidenum">
              <a:rPr lang="fr-FR" smtClean="0"/>
              <a:t>‹N°›</a:t>
            </a:fld>
            <a:endParaRPr lang="fr-FR"/>
          </a:p>
        </p:txBody>
      </p:sp>
    </p:spTree>
    <p:extLst>
      <p:ext uri="{BB962C8B-B14F-4D97-AF65-F5344CB8AC3E}">
        <p14:creationId xmlns:p14="http://schemas.microsoft.com/office/powerpoint/2010/main" val="60741955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Image and Content 1/3 - 2/3" preserve="1" userDrawn="1">
  <p:cSld name="Image and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4" name="Picture Placeholder 3"/>
          <p:cNvSpPr>
            <a:spLocks noGrp="1"/>
          </p:cNvSpPr>
          <p:nvPr>
            <p:ph type="pic" sz="quarter" idx="13"/>
          </p:nvPr>
        </p:nvSpPr>
        <p:spPr>
          <a:xfrm>
            <a:off x="351153" y="2624330"/>
            <a:ext cx="3931200" cy="6048755"/>
          </a:xfrm>
        </p:spPr>
        <p:txBody>
          <a:bodyPr lIns="0" bIns="432000" anchor="ctr" anchorCtr="0"/>
          <a:lstStyle>
            <a:lvl1pPr marL="0" indent="0" algn="ctr">
              <a:buNone/>
              <a:defRPr>
                <a:solidFill>
                  <a:srgbClr val="808080"/>
                </a:solidFill>
              </a:defRPr>
            </a:lvl1pPr>
          </a:lstStyle>
          <a:p>
            <a:r>
              <a:rPr lang="fr-FR"/>
              <a:t>Cliquez sur l'icône pour ajouter une image</a:t>
            </a:r>
          </a:p>
        </p:txBody>
      </p:sp>
      <p:sp>
        <p:nvSpPr>
          <p:cNvPr id="8" name="Content Placeholder 7"/>
          <p:cNvSpPr>
            <a:spLocks noGrp="1"/>
          </p:cNvSpPr>
          <p:nvPr>
            <p:ph sz="quarter" idx="14"/>
          </p:nvPr>
        </p:nvSpPr>
        <p:spPr>
          <a:xfrm>
            <a:off x="4384993" y="2624328"/>
            <a:ext cx="7963218" cy="604875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2">
            <a:extLst>
              <a:ext uri="{FF2B5EF4-FFF2-40B4-BE49-F238E27FC236}">
                <a16:creationId xmlns:a16="http://schemas.microsoft.com/office/drawing/2014/main" id="{C1FC2CB0-845E-2C11-CF5C-581478E70E81}"/>
              </a:ext>
            </a:extLst>
          </p:cNvPr>
          <p:cNvSpPr>
            <a:spLocks noGrp="1"/>
          </p:cNvSpPr>
          <p:nvPr>
            <p:ph type="ftr" sz="quarter" idx="15"/>
          </p:nvPr>
        </p:nvSpPr>
        <p:spPr/>
        <p:txBody>
          <a:bodyPr/>
          <a:lstStyle/>
          <a:p>
            <a:endParaRPr lang="fr-FR"/>
          </a:p>
        </p:txBody>
      </p:sp>
      <p:sp>
        <p:nvSpPr>
          <p:cNvPr id="5" name="Espace réservé du numéro de diapositive 4">
            <a:extLst>
              <a:ext uri="{FF2B5EF4-FFF2-40B4-BE49-F238E27FC236}">
                <a16:creationId xmlns:a16="http://schemas.microsoft.com/office/drawing/2014/main" id="{F8C81DC8-0980-7470-0304-533074F406BF}"/>
              </a:ext>
            </a:extLst>
          </p:cNvPr>
          <p:cNvSpPr>
            <a:spLocks noGrp="1"/>
          </p:cNvSpPr>
          <p:nvPr>
            <p:ph type="sldNum" sz="quarter" idx="16"/>
          </p:nvPr>
        </p:nvSpPr>
        <p:spPr/>
        <p:txBody>
          <a:bodyPr/>
          <a:lstStyle/>
          <a:p>
            <a:fld id="{6171D845-F8B3-4BB2-8773-5DDC88305775}" type="slidenum">
              <a:rPr lang="fr-FR" smtClean="0"/>
              <a:t>‹N°›</a:t>
            </a:fld>
            <a:endParaRPr lang="fr-FR"/>
          </a:p>
        </p:txBody>
      </p:sp>
    </p:spTree>
    <p:extLst>
      <p:ext uri="{BB962C8B-B14F-4D97-AF65-F5344CB8AC3E}">
        <p14:creationId xmlns:p14="http://schemas.microsoft.com/office/powerpoint/2010/main" val="267402063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wo Content 1/3 - 2/3" preserve="1" userDrawn="1">
  <p:cSld name="Two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9" name="Content Placeholder 8"/>
          <p:cNvSpPr>
            <a:spLocks noGrp="1"/>
          </p:cNvSpPr>
          <p:nvPr>
            <p:ph sz="quarter" idx="13"/>
          </p:nvPr>
        </p:nvSpPr>
        <p:spPr>
          <a:xfrm>
            <a:off x="5189537" y="2624328"/>
            <a:ext cx="7158673"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Content Placeholder 8"/>
          <p:cNvSpPr>
            <a:spLocks noGrp="1"/>
          </p:cNvSpPr>
          <p:nvPr>
            <p:ph sz="quarter" idx="14"/>
          </p:nvPr>
        </p:nvSpPr>
        <p:spPr>
          <a:xfrm>
            <a:off x="351156" y="2624328"/>
            <a:ext cx="4033839"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2">
            <a:extLst>
              <a:ext uri="{FF2B5EF4-FFF2-40B4-BE49-F238E27FC236}">
                <a16:creationId xmlns:a16="http://schemas.microsoft.com/office/drawing/2014/main" id="{091452BE-3825-1D45-ACD2-75363490CE62}"/>
              </a:ext>
            </a:extLst>
          </p:cNvPr>
          <p:cNvSpPr>
            <a:spLocks noGrp="1"/>
          </p:cNvSpPr>
          <p:nvPr>
            <p:ph type="ftr" sz="quarter" idx="15"/>
          </p:nvPr>
        </p:nvSpPr>
        <p:spPr/>
        <p:txBody>
          <a:bodyPr/>
          <a:lstStyle/>
          <a:p>
            <a:endParaRPr lang="fr-FR"/>
          </a:p>
        </p:txBody>
      </p:sp>
      <p:sp>
        <p:nvSpPr>
          <p:cNvPr id="4" name="Espace réservé du numéro de diapositive 3">
            <a:extLst>
              <a:ext uri="{FF2B5EF4-FFF2-40B4-BE49-F238E27FC236}">
                <a16:creationId xmlns:a16="http://schemas.microsoft.com/office/drawing/2014/main" id="{94157409-0823-DFC2-6B9B-66D1A93CDF41}"/>
              </a:ext>
            </a:extLst>
          </p:cNvPr>
          <p:cNvSpPr>
            <a:spLocks noGrp="1"/>
          </p:cNvSpPr>
          <p:nvPr>
            <p:ph type="sldNum" sz="quarter" idx="16"/>
          </p:nvPr>
        </p:nvSpPr>
        <p:spPr/>
        <p:txBody>
          <a:bodyPr/>
          <a:lstStyle/>
          <a:p>
            <a:fld id="{6171D845-F8B3-4BB2-8773-5DDC88305775}" type="slidenum">
              <a:rPr lang="fr-FR" smtClean="0"/>
              <a:t>‹N°›</a:t>
            </a:fld>
            <a:endParaRPr lang="fr-FR"/>
          </a:p>
        </p:txBody>
      </p:sp>
    </p:spTree>
    <p:extLst>
      <p:ext uri="{BB962C8B-B14F-4D97-AF65-F5344CB8AC3E}">
        <p14:creationId xmlns:p14="http://schemas.microsoft.com/office/powerpoint/2010/main" val="24385931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wo Content 2/3 - 1/3" preserve="1" userDrawn="1">
  <p:cSld name="Two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9" name="Content Placeholder 8"/>
          <p:cNvSpPr>
            <a:spLocks noGrp="1"/>
          </p:cNvSpPr>
          <p:nvPr>
            <p:ph sz="quarter" idx="13"/>
          </p:nvPr>
        </p:nvSpPr>
        <p:spPr>
          <a:xfrm>
            <a:off x="351154" y="2624328"/>
            <a:ext cx="7259935"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Content Placeholder 8"/>
          <p:cNvSpPr>
            <a:spLocks noGrp="1"/>
          </p:cNvSpPr>
          <p:nvPr>
            <p:ph sz="quarter" idx="14"/>
          </p:nvPr>
        </p:nvSpPr>
        <p:spPr>
          <a:xfrm>
            <a:off x="8416610" y="2624328"/>
            <a:ext cx="3931602" cy="6048756"/>
          </a:xfrm>
        </p:spPr>
        <p:txBody>
          <a:bodyPr/>
          <a:lstStyle>
            <a:lvl1pPr>
              <a:defRPr sz="2016"/>
            </a:lvl1pPr>
            <a:lvl2pPr>
              <a:defRPr sz="1890"/>
            </a:lvl2pPr>
            <a:lvl3pPr>
              <a:defRPr sz="1764"/>
            </a:lvl3pPr>
            <a:lvl4pPr>
              <a:defRPr sz="1638"/>
            </a:lvl4pPr>
            <a:lvl5pPr>
              <a:defRPr sz="1512"/>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2">
            <a:extLst>
              <a:ext uri="{FF2B5EF4-FFF2-40B4-BE49-F238E27FC236}">
                <a16:creationId xmlns:a16="http://schemas.microsoft.com/office/drawing/2014/main" id="{1A2D4A11-CFF9-08D6-7F31-249AC6682ADB}"/>
              </a:ext>
            </a:extLst>
          </p:cNvPr>
          <p:cNvSpPr>
            <a:spLocks noGrp="1"/>
          </p:cNvSpPr>
          <p:nvPr>
            <p:ph type="ftr" sz="quarter" idx="15"/>
          </p:nvPr>
        </p:nvSpPr>
        <p:spPr/>
        <p:txBody>
          <a:bodyPr/>
          <a:lstStyle/>
          <a:p>
            <a:endParaRPr lang="fr-FR"/>
          </a:p>
        </p:txBody>
      </p:sp>
      <p:sp>
        <p:nvSpPr>
          <p:cNvPr id="4" name="Espace réservé du numéro de diapositive 3">
            <a:extLst>
              <a:ext uri="{FF2B5EF4-FFF2-40B4-BE49-F238E27FC236}">
                <a16:creationId xmlns:a16="http://schemas.microsoft.com/office/drawing/2014/main" id="{BEF53A33-9F9C-98F1-13BC-ADE467D4FB3B}"/>
              </a:ext>
            </a:extLst>
          </p:cNvPr>
          <p:cNvSpPr>
            <a:spLocks noGrp="1"/>
          </p:cNvSpPr>
          <p:nvPr>
            <p:ph type="sldNum" sz="quarter" idx="16"/>
          </p:nvPr>
        </p:nvSpPr>
        <p:spPr>
          <a:xfrm>
            <a:off x="10202193" y="8888195"/>
            <a:ext cx="2217681" cy="509396"/>
          </a:xfrm>
        </p:spPr>
        <p:txBody>
          <a:bodyPr/>
          <a:lstStyle/>
          <a:p>
            <a:fld id="{6171D845-F8B3-4BB2-8773-5DDC88305775}" type="slidenum">
              <a:rPr lang="fr-FR" smtClean="0"/>
              <a:t>‹N°›</a:t>
            </a:fld>
            <a:endParaRPr lang="fr-FR"/>
          </a:p>
        </p:txBody>
      </p:sp>
    </p:spTree>
    <p:extLst>
      <p:ext uri="{BB962C8B-B14F-4D97-AF65-F5344CB8AC3E}">
        <p14:creationId xmlns:p14="http://schemas.microsoft.com/office/powerpoint/2010/main" val="796879960"/>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Title and full width Content" preserve="1" userDrawn="1">
  <p:cSld name="Title and full width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5" name="Content Placeholder 4"/>
          <p:cNvSpPr>
            <a:spLocks noGrp="1"/>
          </p:cNvSpPr>
          <p:nvPr>
            <p:ph sz="quarter" idx="12"/>
          </p:nvPr>
        </p:nvSpPr>
        <p:spPr>
          <a:xfrm>
            <a:off x="351154" y="2624327"/>
            <a:ext cx="11997057"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2">
            <a:extLst>
              <a:ext uri="{FF2B5EF4-FFF2-40B4-BE49-F238E27FC236}">
                <a16:creationId xmlns:a16="http://schemas.microsoft.com/office/drawing/2014/main" id="{E7B4FEE3-0948-7A0D-0840-099BCCFF6DB1}"/>
              </a:ext>
            </a:extLst>
          </p:cNvPr>
          <p:cNvSpPr>
            <a:spLocks noGrp="1"/>
          </p:cNvSpPr>
          <p:nvPr>
            <p:ph type="ftr" sz="quarter" idx="13"/>
          </p:nvPr>
        </p:nvSpPr>
        <p:spPr/>
        <p:txBody>
          <a:bodyPr/>
          <a:lstStyle/>
          <a:p>
            <a:endParaRPr lang="fr-FR"/>
          </a:p>
        </p:txBody>
      </p:sp>
      <p:sp>
        <p:nvSpPr>
          <p:cNvPr id="4" name="Espace réservé du numéro de diapositive 3">
            <a:extLst>
              <a:ext uri="{FF2B5EF4-FFF2-40B4-BE49-F238E27FC236}">
                <a16:creationId xmlns:a16="http://schemas.microsoft.com/office/drawing/2014/main" id="{5898F324-8403-D09D-91E9-8846C4EEC545}"/>
              </a:ext>
            </a:extLst>
          </p:cNvPr>
          <p:cNvSpPr>
            <a:spLocks noGrp="1"/>
          </p:cNvSpPr>
          <p:nvPr>
            <p:ph type="sldNum" sz="quarter" idx="14"/>
          </p:nvPr>
        </p:nvSpPr>
        <p:spPr>
          <a:xfrm>
            <a:off x="10130530" y="8899780"/>
            <a:ext cx="2217681" cy="509396"/>
          </a:xfrm>
        </p:spPr>
        <p:txBody>
          <a:bodyPr/>
          <a:lstStyle/>
          <a:p>
            <a:fld id="{6171D845-F8B3-4BB2-8773-5DDC88305775}" type="slidenum">
              <a:rPr lang="fr-FR" smtClean="0"/>
              <a:t>‹N°›</a:t>
            </a:fld>
            <a:endParaRPr lang="fr-FR"/>
          </a:p>
        </p:txBody>
      </p:sp>
    </p:spTree>
    <p:extLst>
      <p:ext uri="{BB962C8B-B14F-4D97-AF65-F5344CB8AC3E}">
        <p14:creationId xmlns:p14="http://schemas.microsoft.com/office/powerpoint/2010/main" val="62535698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Key Message" preserve="1" userDrawn="1">
  <p:cSld name="Key Message">
    <p:spTree>
      <p:nvGrpSpPr>
        <p:cNvPr id="1" name=""/>
        <p:cNvGrpSpPr/>
        <p:nvPr/>
      </p:nvGrpSpPr>
      <p:grpSpPr>
        <a:xfrm>
          <a:off x="0" y="0"/>
          <a:ext cx="0" cy="0"/>
          <a:chOff x="0" y="0"/>
          <a:chExt cx="0" cy="0"/>
        </a:xfrm>
      </p:grpSpPr>
      <p:sp>
        <p:nvSpPr>
          <p:cNvPr id="2" name="Title 1"/>
          <p:cNvSpPr>
            <a:spLocks noGrp="1"/>
          </p:cNvSpPr>
          <p:nvPr>
            <p:ph type="title"/>
          </p:nvPr>
        </p:nvSpPr>
        <p:spPr>
          <a:xfrm>
            <a:off x="351157" y="203610"/>
            <a:ext cx="10081260" cy="888374"/>
          </a:xfrm>
        </p:spPr>
        <p:txBody>
          <a:bodyPr>
            <a:noAutofit/>
          </a:bodyPr>
          <a:lstStyle>
            <a:lvl1pPr>
              <a:defRPr>
                <a:solidFill>
                  <a:schemeClr val="tx1"/>
                </a:solidFill>
              </a:defRPr>
            </a:lvl1pPr>
          </a:lstStyle>
          <a:p>
            <a:r>
              <a:rPr lang="fr-FR"/>
              <a:t>Modifiez le style du titre</a:t>
            </a:r>
          </a:p>
        </p:txBody>
      </p:sp>
      <p:sp>
        <p:nvSpPr>
          <p:cNvPr id="6" name="Table Placeholder 5"/>
          <p:cNvSpPr>
            <a:spLocks noGrp="1"/>
          </p:cNvSpPr>
          <p:nvPr>
            <p:ph type="tbl" sz="quarter" idx="12"/>
          </p:nvPr>
        </p:nvSpPr>
        <p:spPr>
          <a:xfrm>
            <a:off x="4485006" y="1720216"/>
            <a:ext cx="7863205" cy="6710172"/>
          </a:xfrm>
        </p:spPr>
        <p:txBody>
          <a:bodyPr bIns="432000" anchor="ctr" anchorCtr="0"/>
          <a:lstStyle>
            <a:lvl1pPr marL="0" indent="0" algn="ctr">
              <a:buNone/>
              <a:defRPr>
                <a:solidFill>
                  <a:srgbClr val="808080"/>
                </a:solidFill>
              </a:defRPr>
            </a:lvl1pPr>
          </a:lstStyle>
          <a:p>
            <a:r>
              <a:rPr lang="fr-FR"/>
              <a:t>Cliquez sur l'icône pour ajouter un tableau</a:t>
            </a:r>
          </a:p>
        </p:txBody>
      </p:sp>
      <p:sp>
        <p:nvSpPr>
          <p:cNvPr id="8" name="Text Placeholder 6"/>
          <p:cNvSpPr>
            <a:spLocks noGrp="1"/>
          </p:cNvSpPr>
          <p:nvPr>
            <p:ph type="body" sz="quarter" idx="13"/>
          </p:nvPr>
        </p:nvSpPr>
        <p:spPr bwMode="ltGray">
          <a:xfrm>
            <a:off x="444499" y="1719299"/>
            <a:ext cx="3831799" cy="765833"/>
          </a:xfrm>
          <a:solidFill>
            <a:schemeClr val="accent1"/>
          </a:solidFill>
        </p:spPr>
        <p:txBody>
          <a:bodyPr lIns="108000" tIns="72000" rIns="108000" bIns="72000" anchor="t" anchorCtr="0">
            <a:spAutoFit/>
          </a:bodyPr>
          <a:lstStyle>
            <a:lvl1pPr marL="0" indent="0">
              <a:spcAft>
                <a:spcPts val="0"/>
              </a:spcAft>
              <a:buNone/>
              <a:defRPr b="1">
                <a:solidFill>
                  <a:srgbClr val="FFFFFF"/>
                </a:solidFill>
              </a:defRPr>
            </a:lvl1pPr>
          </a:lstStyle>
          <a:p>
            <a:pPr lvl="0"/>
            <a:r>
              <a:rPr lang="fr-FR"/>
              <a:t>Cliquez pour modifier les styles du texte du masque</a:t>
            </a:r>
          </a:p>
        </p:txBody>
      </p:sp>
      <p:sp>
        <p:nvSpPr>
          <p:cNvPr id="3" name="Espace réservé du pied de page 2">
            <a:extLst>
              <a:ext uri="{FF2B5EF4-FFF2-40B4-BE49-F238E27FC236}">
                <a16:creationId xmlns:a16="http://schemas.microsoft.com/office/drawing/2014/main" id="{1523CB72-CD47-652C-5EE6-766220AE7688}"/>
              </a:ext>
            </a:extLst>
          </p:cNvPr>
          <p:cNvSpPr>
            <a:spLocks noGrp="1"/>
          </p:cNvSpPr>
          <p:nvPr>
            <p:ph type="ftr" sz="quarter" idx="14"/>
          </p:nvPr>
        </p:nvSpPr>
        <p:spPr/>
        <p:txBody>
          <a:bodyPr/>
          <a:lstStyle/>
          <a:p>
            <a:endParaRPr lang="fr-FR"/>
          </a:p>
        </p:txBody>
      </p:sp>
      <p:sp>
        <p:nvSpPr>
          <p:cNvPr id="4" name="Espace réservé du numéro de diapositive 3">
            <a:extLst>
              <a:ext uri="{FF2B5EF4-FFF2-40B4-BE49-F238E27FC236}">
                <a16:creationId xmlns:a16="http://schemas.microsoft.com/office/drawing/2014/main" id="{555F6FD2-9DE3-F94A-87E0-15E84249CD28}"/>
              </a:ext>
            </a:extLst>
          </p:cNvPr>
          <p:cNvSpPr>
            <a:spLocks noGrp="1"/>
          </p:cNvSpPr>
          <p:nvPr>
            <p:ph type="sldNum" sz="quarter" idx="15"/>
          </p:nvPr>
        </p:nvSpPr>
        <p:spPr/>
        <p:txBody>
          <a:bodyPr/>
          <a:lstStyle/>
          <a:p>
            <a:fld id="{6171D845-F8B3-4BB2-8773-5DDC88305775}" type="slidenum">
              <a:rPr lang="fr-FR" smtClean="0"/>
              <a:t>‹N°›</a:t>
            </a:fld>
            <a:endParaRPr lang="fr-FR"/>
          </a:p>
        </p:txBody>
      </p:sp>
    </p:spTree>
    <p:extLst>
      <p:ext uri="{BB962C8B-B14F-4D97-AF65-F5344CB8AC3E}">
        <p14:creationId xmlns:p14="http://schemas.microsoft.com/office/powerpoint/2010/main" val="419685892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3" name="Espace réservé du pied de page 2">
            <a:extLst>
              <a:ext uri="{FF2B5EF4-FFF2-40B4-BE49-F238E27FC236}">
                <a16:creationId xmlns:a16="http://schemas.microsoft.com/office/drawing/2014/main" id="{A6D99C30-7518-AF34-4FE5-8E428F6D0FFB}"/>
              </a:ext>
            </a:extLst>
          </p:cNvPr>
          <p:cNvSpPr>
            <a:spLocks noGrp="1"/>
          </p:cNvSpPr>
          <p:nvPr>
            <p:ph type="ftr" sz="quarter" idx="10"/>
          </p:nvPr>
        </p:nvSpPr>
        <p:spPr>
          <a:xfrm>
            <a:off x="1133577" y="8888195"/>
            <a:ext cx="4641802" cy="509396"/>
          </a:xfrm>
        </p:spPr>
        <p:txBody>
          <a:bodyPr/>
          <a:lstStyle/>
          <a:p>
            <a:endParaRPr lang="fr-FR"/>
          </a:p>
        </p:txBody>
      </p:sp>
      <p:sp>
        <p:nvSpPr>
          <p:cNvPr id="4" name="Espace réservé du numéro de diapositive 3">
            <a:extLst>
              <a:ext uri="{FF2B5EF4-FFF2-40B4-BE49-F238E27FC236}">
                <a16:creationId xmlns:a16="http://schemas.microsoft.com/office/drawing/2014/main" id="{C18AEB66-48E4-C4EF-A9CE-D58CB048B7E1}"/>
              </a:ext>
            </a:extLst>
          </p:cNvPr>
          <p:cNvSpPr>
            <a:spLocks noGrp="1"/>
          </p:cNvSpPr>
          <p:nvPr>
            <p:ph type="sldNum" sz="quarter" idx="11"/>
          </p:nvPr>
        </p:nvSpPr>
        <p:spPr>
          <a:xfrm>
            <a:off x="10955262" y="8888195"/>
            <a:ext cx="1288710" cy="509396"/>
          </a:xfrm>
        </p:spPr>
        <p:txBody>
          <a:bodyPr/>
          <a:lstStyle/>
          <a:p>
            <a:fld id="{6171D845-F8B3-4BB2-8773-5DDC88305775}" type="slidenum">
              <a:rPr lang="fr-FR" smtClean="0"/>
              <a:t>‹N°›</a:t>
            </a:fld>
            <a:endParaRPr lang="fr-FR"/>
          </a:p>
        </p:txBody>
      </p:sp>
    </p:spTree>
    <p:extLst>
      <p:ext uri="{BB962C8B-B14F-4D97-AF65-F5344CB8AC3E}">
        <p14:creationId xmlns:p14="http://schemas.microsoft.com/office/powerpoint/2010/main" val="116634966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45F40A71-8063-DE16-ACF6-F00098288B0B}"/>
              </a:ext>
            </a:extLst>
          </p:cNvPr>
          <p:cNvSpPr>
            <a:spLocks noGrp="1"/>
          </p:cNvSpPr>
          <p:nvPr>
            <p:ph type="ftr" sz="quarter" idx="10"/>
          </p:nvPr>
        </p:nvSpPr>
        <p:spPr/>
        <p:txBody>
          <a:bodyPr/>
          <a:lstStyle/>
          <a:p>
            <a:endParaRPr lang="fr-FR"/>
          </a:p>
        </p:txBody>
      </p:sp>
      <p:sp>
        <p:nvSpPr>
          <p:cNvPr id="3" name="Espace réservé du numéro de diapositive 2">
            <a:extLst>
              <a:ext uri="{FF2B5EF4-FFF2-40B4-BE49-F238E27FC236}">
                <a16:creationId xmlns:a16="http://schemas.microsoft.com/office/drawing/2014/main" id="{D355805F-C45D-81E2-AD65-7604F81C32A8}"/>
              </a:ext>
            </a:extLst>
          </p:cNvPr>
          <p:cNvSpPr>
            <a:spLocks noGrp="1"/>
          </p:cNvSpPr>
          <p:nvPr>
            <p:ph type="sldNum" sz="quarter" idx="11"/>
          </p:nvPr>
        </p:nvSpPr>
        <p:spPr/>
        <p:txBody>
          <a:bodyPr/>
          <a:lstStyle/>
          <a:p>
            <a:fld id="{6171D845-F8B3-4BB2-8773-5DDC88305775}" type="slidenum">
              <a:rPr lang="fr-FR" smtClean="0"/>
              <a:t>‹N°›</a:t>
            </a:fld>
            <a:endParaRPr lang="fr-FR"/>
          </a:p>
        </p:txBody>
      </p:sp>
    </p:spTree>
    <p:extLst>
      <p:ext uri="{BB962C8B-B14F-4D97-AF65-F5344CB8AC3E}">
        <p14:creationId xmlns:p14="http://schemas.microsoft.com/office/powerpoint/2010/main" val="256706147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matchingName="Closing Slide with Image" preserve="1" userDrawn="1">
  <p:cSld name="Closing Slide with Image">
    <p:bg>
      <p:bgPr>
        <a:solidFill>
          <a:schemeClr val="accent4"/>
        </a:solidFill>
        <a:effectLst/>
      </p:bgPr>
    </p:bg>
    <p:spTree>
      <p:nvGrpSpPr>
        <p:cNvPr id="1" name=""/>
        <p:cNvGrpSpPr/>
        <p:nvPr/>
      </p:nvGrpSpPr>
      <p:grpSpPr>
        <a:xfrm>
          <a:off x="0" y="0"/>
          <a:ext cx="0" cy="0"/>
          <a:chOff x="0" y="0"/>
          <a:chExt cx="0" cy="0"/>
        </a:xfrm>
      </p:grpSpPr>
      <p:sp>
        <p:nvSpPr>
          <p:cNvPr id="10"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98">
              <a:solidFill>
                <a:srgbClr val="FFFFFF"/>
              </a:solidFill>
              <a:latin typeface="Arial" panose="020B0604020202020204" pitchFamily="34" charset="0"/>
              <a:cs typeface="Arial" panose="020B0604020202020204" pitchFamily="34" charset="0"/>
            </a:endParaRPr>
          </a:p>
        </p:txBody>
      </p:sp>
      <p:sp>
        <p:nvSpPr>
          <p:cNvPr id="4" name="Picture Placeholder 4"/>
          <p:cNvSpPr>
            <a:spLocks noGrp="1"/>
          </p:cNvSpPr>
          <p:nvPr>
            <p:ph type="pic" sz="quarter" idx="10"/>
            <p:custDataLst>
              <p:tags r:id="rId3"/>
            </p:custDataLst>
          </p:nvPr>
        </p:nvSpPr>
        <p:spPr>
          <a:xfrm>
            <a:off x="0" y="0"/>
            <a:ext cx="12801600" cy="9601200"/>
          </a:xfrm>
          <a:noFill/>
        </p:spPr>
        <p:txBody>
          <a:bodyPr bIns="432000" anchor="ctr" anchorCtr="0"/>
          <a:lstStyle>
            <a:lvl1pPr marL="0" indent="0" algn="ctr">
              <a:buNone/>
              <a:defRPr>
                <a:solidFill>
                  <a:schemeClr val="bg1"/>
                </a:solidFill>
              </a:defRPr>
            </a:lvl1pPr>
          </a:lstStyle>
          <a:p>
            <a:r>
              <a:rPr lang="fr-FR"/>
              <a:t>Cliquez sur l'icône pour ajouter une image</a:t>
            </a:r>
          </a:p>
        </p:txBody>
      </p:sp>
      <p:sp>
        <p:nvSpPr>
          <p:cNvPr id="6" name="LogoFrame"/>
          <p:cNvSpPr>
            <a:spLocks/>
          </p:cNvSpPr>
          <p:nvPr userDrawn="1">
            <p:custDataLst>
              <p:tags r:id="rId4"/>
            </p:custDataLst>
          </p:nvPr>
        </p:nvSpPr>
        <p:spPr bwMode="white">
          <a:xfrm>
            <a:off x="10070130"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98">
              <a:solidFill>
                <a:schemeClr val="tx1"/>
              </a:solidFill>
            </a:endParaRPr>
          </a:p>
        </p:txBody>
      </p:sp>
      <p:sp>
        <p:nvSpPr>
          <p:cNvPr id="11" name="Status"/>
          <p:cNvSpPr txBox="1">
            <a:spLocks/>
          </p:cNvSpPr>
          <p:nvPr userDrawn="1">
            <p:custDataLst>
              <p:tags r:id="rId5"/>
            </p:custDataLst>
          </p:nvPr>
        </p:nvSpPr>
        <p:spPr bwMode="gray">
          <a:xfrm>
            <a:off x="11270243" y="2344709"/>
            <a:ext cx="1531357" cy="213264"/>
          </a:xfrm>
          <a:prstGeom prst="rect">
            <a:avLst/>
          </a:prstGeom>
          <a:solidFill>
            <a:srgbClr val="DFDFDF"/>
          </a:solidFill>
        </p:spPr>
        <p:txBody>
          <a:bodyPr wrap="none" lIns="90720" tIns="0" rIns="408240" bIns="0" rtlCol="0" anchor="ctr">
            <a:spAutoFit/>
          </a:bodyPr>
          <a:lstStyle/>
          <a:p>
            <a:pPr algn="r"/>
            <a:r>
              <a:rPr lang="fr-FR" sz="1386" cap="none" baseline="0">
                <a:solidFill>
                  <a:srgbClr val="000000"/>
                </a:solidFill>
                <a:latin typeface="Arial" panose="020B0604020202020204" pitchFamily="34" charset="0"/>
                <a:cs typeface="Arial" panose="020B0604020202020204" pitchFamily="34" charset="0"/>
              </a:rPr>
              <a:t>BROUILLON</a:t>
            </a:r>
          </a:p>
        </p:txBody>
      </p:sp>
      <p:pic>
        <p:nvPicPr>
          <p:cNvPr id="12" name="Image 11">
            <a:extLst>
              <a:ext uri="{FF2B5EF4-FFF2-40B4-BE49-F238E27FC236}">
                <a16:creationId xmlns:a16="http://schemas.microsoft.com/office/drawing/2014/main" id="{2CE3B4FC-0E0E-4DD1-BA34-A141D7A7B227}"/>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0539271" y="487848"/>
            <a:ext cx="1192198" cy="996338"/>
          </a:xfrm>
          <a:prstGeom prst="rect">
            <a:avLst/>
          </a:prstGeom>
        </p:spPr>
      </p:pic>
    </p:spTree>
    <p:extLst>
      <p:ext uri="{BB962C8B-B14F-4D97-AF65-F5344CB8AC3E}">
        <p14:creationId xmlns:p14="http://schemas.microsoft.com/office/powerpoint/2010/main" val="278911531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matchingName="Closing Slide with Image" preserve="1" userDrawn="1">
  <p:cSld name="1_Closing Slide with Image">
    <p:bg>
      <p:bgPr>
        <a:solidFill>
          <a:schemeClr val="accent4"/>
        </a:solidFill>
        <a:effectLst/>
      </p:bgPr>
    </p:bg>
    <p:spTree>
      <p:nvGrpSpPr>
        <p:cNvPr id="1" name=""/>
        <p:cNvGrpSpPr/>
        <p:nvPr/>
      </p:nvGrpSpPr>
      <p:grpSpPr>
        <a:xfrm>
          <a:off x="0" y="0"/>
          <a:ext cx="0" cy="0"/>
          <a:chOff x="0" y="0"/>
          <a:chExt cx="0" cy="0"/>
        </a:xfrm>
      </p:grpSpPr>
      <p:sp>
        <p:nvSpPr>
          <p:cNvPr id="10"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68">
              <a:solidFill>
                <a:srgbClr val="FFFFFF"/>
              </a:solidFill>
              <a:latin typeface="Arial" panose="020B0604020202020204" pitchFamily="34" charset="0"/>
              <a:cs typeface="Arial" panose="020B0604020202020204" pitchFamily="34" charset="0"/>
            </a:endParaRPr>
          </a:p>
        </p:txBody>
      </p:sp>
      <p:sp>
        <p:nvSpPr>
          <p:cNvPr id="4" name="Picture Placeholder 4"/>
          <p:cNvSpPr>
            <a:spLocks noGrp="1"/>
          </p:cNvSpPr>
          <p:nvPr>
            <p:ph type="pic" sz="quarter" idx="10"/>
            <p:custDataLst>
              <p:tags r:id="rId3"/>
            </p:custDataLst>
          </p:nvPr>
        </p:nvSpPr>
        <p:spPr>
          <a:xfrm>
            <a:off x="0" y="0"/>
            <a:ext cx="12801600" cy="9601200"/>
          </a:xfrm>
          <a:noFill/>
        </p:spPr>
        <p:txBody>
          <a:bodyPr bIns="432000" anchor="ctr" anchorCtr="0"/>
          <a:lstStyle>
            <a:lvl1pPr marL="0" indent="0" algn="ctr">
              <a:buNone/>
              <a:defRPr>
                <a:solidFill>
                  <a:schemeClr val="bg1"/>
                </a:solidFill>
              </a:defRPr>
            </a:lvl1pPr>
          </a:lstStyle>
          <a:p>
            <a:r>
              <a:rPr lang="fr-FR"/>
              <a:t>Cliquez sur l'icône pour ajouter une image</a:t>
            </a:r>
          </a:p>
        </p:txBody>
      </p:sp>
      <p:sp>
        <p:nvSpPr>
          <p:cNvPr id="6" name="LogoFrame"/>
          <p:cNvSpPr>
            <a:spLocks/>
          </p:cNvSpPr>
          <p:nvPr userDrawn="1">
            <p:custDataLst>
              <p:tags r:id="rId4"/>
            </p:custDataLst>
          </p:nvPr>
        </p:nvSpPr>
        <p:spPr bwMode="white">
          <a:xfrm>
            <a:off x="10070130" y="-12096"/>
            <a:ext cx="2278080" cy="2299010"/>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268">
              <a:solidFill>
                <a:schemeClr val="tx1"/>
              </a:solidFill>
            </a:endParaRPr>
          </a:p>
        </p:txBody>
      </p:sp>
      <p:sp>
        <p:nvSpPr>
          <p:cNvPr id="11" name="Status"/>
          <p:cNvSpPr txBox="1">
            <a:spLocks/>
          </p:cNvSpPr>
          <p:nvPr userDrawn="1">
            <p:custDataLst>
              <p:tags r:id="rId5"/>
            </p:custDataLst>
          </p:nvPr>
        </p:nvSpPr>
        <p:spPr bwMode="gray">
          <a:xfrm>
            <a:off x="11270243" y="2344709"/>
            <a:ext cx="1531357" cy="213264"/>
          </a:xfrm>
          <a:prstGeom prst="rect">
            <a:avLst/>
          </a:prstGeom>
          <a:solidFill>
            <a:srgbClr val="DFDFDF"/>
          </a:solidFill>
        </p:spPr>
        <p:txBody>
          <a:bodyPr wrap="none" lIns="90720" tIns="0" rIns="408240" bIns="0" rtlCol="0" anchor="ctr">
            <a:spAutoFit/>
          </a:bodyPr>
          <a:lstStyle/>
          <a:p>
            <a:pPr algn="r"/>
            <a:r>
              <a:rPr lang="fr-FR" sz="1386" cap="none" baseline="0">
                <a:solidFill>
                  <a:srgbClr val="000000"/>
                </a:solidFill>
                <a:latin typeface="Arial" panose="020B0604020202020204" pitchFamily="34" charset="0"/>
                <a:cs typeface="Arial" panose="020B0604020202020204" pitchFamily="34" charset="0"/>
              </a:rPr>
              <a:t>BROUILLON</a:t>
            </a:r>
          </a:p>
        </p:txBody>
      </p:sp>
      <p:pic>
        <p:nvPicPr>
          <p:cNvPr id="12" name="Image 11">
            <a:extLst>
              <a:ext uri="{FF2B5EF4-FFF2-40B4-BE49-F238E27FC236}">
                <a16:creationId xmlns:a16="http://schemas.microsoft.com/office/drawing/2014/main" id="{2CE3B4FC-0E0E-4DD1-BA34-A141D7A7B227}"/>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0539271" y="487848"/>
            <a:ext cx="1192198" cy="996338"/>
          </a:xfrm>
          <a:prstGeom prst="rect">
            <a:avLst/>
          </a:prstGeom>
        </p:spPr>
      </p:pic>
    </p:spTree>
    <p:extLst>
      <p:ext uri="{BB962C8B-B14F-4D97-AF65-F5344CB8AC3E}">
        <p14:creationId xmlns:p14="http://schemas.microsoft.com/office/powerpoint/2010/main" val="113969650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lvl1pPr marL="0" indent="0">
              <a:buNone/>
              <a:defRPr/>
            </a:lvl1pPr>
          </a:lstStyle>
          <a:p>
            <a:pPr lvl="0"/>
            <a:r>
              <a:rPr lang="fr-FR"/>
              <a:t>Modifiez les styles du texte du masque</a:t>
            </a:r>
          </a:p>
          <a:p>
            <a:pPr lvl="1"/>
            <a:r>
              <a:rPr lang="fr-FR"/>
              <a:t>Deuxième niveau</a:t>
            </a:r>
          </a:p>
          <a:p>
            <a:pPr lvl="2"/>
            <a:r>
              <a:rPr lang="fr-FR"/>
              <a:t>Troisième niveau</a:t>
            </a:r>
          </a:p>
        </p:txBody>
      </p:sp>
      <p:sp>
        <p:nvSpPr>
          <p:cNvPr id="4" name="Rectangle 4"/>
          <p:cNvSpPr>
            <a:spLocks noGrp="1" noChangeArrowheads="1"/>
          </p:cNvSpPr>
          <p:nvPr>
            <p:ph type="ftr" sz="quarter" idx="10"/>
          </p:nvPr>
        </p:nvSpPr>
        <p:spPr>
          <a:xfrm>
            <a:off x="1071247" y="8888195"/>
            <a:ext cx="4792082" cy="509396"/>
          </a:xfrm>
          <a:prstGeom prst="rect">
            <a:avLst/>
          </a:prstGeom>
          <a:ln/>
        </p:spPr>
        <p:txBody>
          <a:bodyPr/>
          <a:lstStyle>
            <a:lvl1pPr>
              <a:defRPr/>
            </a:lvl1pPr>
          </a:lstStyle>
          <a:p>
            <a:pPr>
              <a:defRPr/>
            </a:pPr>
            <a:endParaRPr lang="fr-FR"/>
          </a:p>
        </p:txBody>
      </p:sp>
      <p:sp>
        <p:nvSpPr>
          <p:cNvPr id="5" name="Rectangle 5"/>
          <p:cNvSpPr>
            <a:spLocks noGrp="1" noChangeArrowheads="1"/>
          </p:cNvSpPr>
          <p:nvPr>
            <p:ph type="sldNum" sz="quarter" idx="11"/>
          </p:nvPr>
        </p:nvSpPr>
        <p:spPr>
          <a:xfrm>
            <a:off x="10432417" y="8898558"/>
            <a:ext cx="1689982" cy="509396"/>
          </a:xfrm>
          <a:prstGeom prst="rect">
            <a:avLst/>
          </a:prstGeom>
          <a:ln/>
        </p:spPr>
        <p:txBody>
          <a:bodyPr/>
          <a:lstStyle>
            <a:lvl1pPr>
              <a:defRPr/>
            </a:lvl1pPr>
          </a:lstStyle>
          <a:p>
            <a:pPr>
              <a:defRPr/>
            </a:pPr>
            <a:fld id="{2B310D29-9A32-4285-A803-141B6E3B617A}" type="slidenum">
              <a:rPr lang="fr-FR"/>
              <a:pPr>
                <a:defRPr/>
              </a:pPr>
              <a:t>‹N°›</a:t>
            </a:fld>
            <a:endParaRPr lang="fr-FR"/>
          </a:p>
        </p:txBody>
      </p:sp>
    </p:spTree>
    <p:extLst>
      <p:ext uri="{BB962C8B-B14F-4D97-AF65-F5344CB8AC3E}">
        <p14:creationId xmlns:p14="http://schemas.microsoft.com/office/powerpoint/2010/main" val="43796772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itle and full width Content" preserve="1" userDrawn="1">
  <p:cSld name="1_Title and full width Content">
    <p:spTree>
      <p:nvGrpSpPr>
        <p:cNvPr id="1" name=""/>
        <p:cNvGrpSpPr/>
        <p:nvPr/>
      </p:nvGrpSpPr>
      <p:grpSpPr>
        <a:xfrm>
          <a:off x="0" y="0"/>
          <a:ext cx="0" cy="0"/>
          <a:chOff x="0" y="0"/>
          <a:chExt cx="0" cy="0"/>
        </a:xfrm>
      </p:grpSpPr>
      <p:sp>
        <p:nvSpPr>
          <p:cNvPr id="5" name="Content Placeholder 4"/>
          <p:cNvSpPr>
            <a:spLocks noGrp="1"/>
          </p:cNvSpPr>
          <p:nvPr>
            <p:ph sz="quarter" idx="12"/>
          </p:nvPr>
        </p:nvSpPr>
        <p:spPr>
          <a:xfrm>
            <a:off x="351155" y="2624327"/>
            <a:ext cx="11997057" cy="604875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Titre 2">
            <a:extLst>
              <a:ext uri="{FF2B5EF4-FFF2-40B4-BE49-F238E27FC236}">
                <a16:creationId xmlns:a16="http://schemas.microsoft.com/office/drawing/2014/main" id="{6B6D873F-94E6-4E33-9E68-8727EB562E17}"/>
              </a:ext>
            </a:extLst>
          </p:cNvPr>
          <p:cNvSpPr>
            <a:spLocks noGrp="1"/>
          </p:cNvSpPr>
          <p:nvPr>
            <p:ph type="title"/>
          </p:nvPr>
        </p:nvSpPr>
        <p:spPr>
          <a:xfrm>
            <a:off x="351158" y="203610"/>
            <a:ext cx="11997053" cy="846814"/>
          </a:xfrm>
        </p:spPr>
        <p:txBody>
          <a:bodyPr/>
          <a:lstStyle>
            <a:lvl1pPr>
              <a:defRPr>
                <a:latin typeface="+mn-lt"/>
              </a:defRPr>
            </a:lvl1pPr>
          </a:lstStyle>
          <a:p>
            <a:r>
              <a:rPr lang="fr-FR"/>
              <a:t>Modifiez le style du titre</a:t>
            </a:r>
          </a:p>
        </p:txBody>
      </p:sp>
      <p:sp>
        <p:nvSpPr>
          <p:cNvPr id="7" name="Espace réservé du texte 6">
            <a:extLst>
              <a:ext uri="{FF2B5EF4-FFF2-40B4-BE49-F238E27FC236}">
                <a16:creationId xmlns:a16="http://schemas.microsoft.com/office/drawing/2014/main" id="{36D0556C-CAD2-41EB-8A5B-A706958CCF04}"/>
              </a:ext>
            </a:extLst>
          </p:cNvPr>
          <p:cNvSpPr>
            <a:spLocks noGrp="1"/>
          </p:cNvSpPr>
          <p:nvPr>
            <p:ph type="body" sz="quarter" idx="13" hasCustomPrompt="1"/>
          </p:nvPr>
        </p:nvSpPr>
        <p:spPr>
          <a:xfrm>
            <a:off x="351156" y="1293498"/>
            <a:ext cx="11997055" cy="485016"/>
          </a:xfrm>
        </p:spPr>
        <p:txBody>
          <a:bodyPr/>
          <a:lstStyle>
            <a:lvl1pPr marL="0" indent="0">
              <a:buNone/>
              <a:defRPr/>
            </a:lvl1pPr>
          </a:lstStyle>
          <a:p>
            <a:pPr lvl="0"/>
            <a:r>
              <a:rPr lang="fr-FR"/>
              <a:t>Modifier le sous titre</a:t>
            </a:r>
          </a:p>
        </p:txBody>
      </p:sp>
    </p:spTree>
    <p:extLst>
      <p:ext uri="{BB962C8B-B14F-4D97-AF65-F5344CB8AC3E}">
        <p14:creationId xmlns:p14="http://schemas.microsoft.com/office/powerpoint/2010/main" val="141654400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01_Basic full_one-line title">
    <p:spTree>
      <p:nvGrpSpPr>
        <p:cNvPr id="1" name=""/>
        <p:cNvGrpSpPr/>
        <p:nvPr/>
      </p:nvGrpSpPr>
      <p:grpSpPr>
        <a:xfrm>
          <a:off x="0" y="0"/>
          <a:ext cx="0" cy="0"/>
          <a:chOff x="0" y="0"/>
          <a:chExt cx="0" cy="0"/>
        </a:xfrm>
      </p:grpSpPr>
      <p:sp>
        <p:nvSpPr>
          <p:cNvPr id="5" name="Espace réservé du contenu 4"/>
          <p:cNvSpPr>
            <a:spLocks noGrp="1"/>
          </p:cNvSpPr>
          <p:nvPr>
            <p:ph sz="quarter" idx="16" hasCustomPrompt="1"/>
          </p:nvPr>
        </p:nvSpPr>
        <p:spPr>
          <a:xfrm>
            <a:off x="360047" y="2380858"/>
            <a:ext cx="12000121" cy="6254828"/>
          </a:xfrm>
          <a:prstGeom prst="rect">
            <a:avLst/>
          </a:prstGeom>
        </p:spPr>
        <p:txBody>
          <a:bodyPr/>
          <a:lstStyle>
            <a:lvl1pPr marL="0" indent="0">
              <a:buNone/>
              <a:defRPr sz="1134">
                <a:latin typeface="Arial" panose="020B0604020202020204" pitchFamily="34" charset="0"/>
                <a:cs typeface="Arial" panose="020B0604020202020204" pitchFamily="34" charset="0"/>
              </a:defRPr>
            </a:lvl1pPr>
            <a:lvl2pPr marL="648081" indent="-216027">
              <a:buFont typeface="Arial" panose="020B0604020202020204" pitchFamily="34" charset="0"/>
              <a:buChar char="•"/>
              <a:defRPr sz="1134">
                <a:latin typeface="Arial" panose="020B0604020202020204" pitchFamily="34" charset="0"/>
                <a:cs typeface="Arial" panose="020B0604020202020204" pitchFamily="34" charset="0"/>
              </a:defRPr>
            </a:lvl2pPr>
            <a:lvl3pPr marL="1080135" indent="-216027">
              <a:buFont typeface="Arial" panose="020B0604020202020204" pitchFamily="34" charset="0"/>
              <a:buChar char="–"/>
              <a:defRPr sz="1134">
                <a:latin typeface="Arial" panose="020B0604020202020204" pitchFamily="34" charset="0"/>
                <a:cs typeface="Arial" panose="020B0604020202020204" pitchFamily="34" charset="0"/>
              </a:defRPr>
            </a:lvl3pPr>
            <a:lvl4pPr marL="1512189" indent="-216027">
              <a:buFont typeface="Courier New" panose="02070309020205020404" pitchFamily="49" charset="0"/>
              <a:buChar char="o"/>
              <a:defRPr sz="1512">
                <a:latin typeface="Arial" panose="020B0604020202020204" pitchFamily="34" charset="0"/>
                <a:cs typeface="Arial" panose="020B0604020202020204" pitchFamily="34" charset="0"/>
              </a:defRPr>
            </a:lvl4pPr>
            <a:lvl5pPr marL="1944243" indent="-216027">
              <a:buFont typeface="Wingdings" panose="05000000000000000000" pitchFamily="2" charset="2"/>
              <a:buChar char="q"/>
              <a:defRPr sz="1512">
                <a:latin typeface="Arial" panose="020B0604020202020204" pitchFamily="34" charset="0"/>
                <a:cs typeface="Arial" panose="020B0604020202020204" pitchFamily="34" charset="0"/>
              </a:defRPr>
            </a:lvl5pPr>
          </a:lstStyle>
          <a:p>
            <a:pPr lvl="0"/>
            <a:r>
              <a:rPr lang="fr-FR"/>
              <a:t>Premier niveau</a:t>
            </a:r>
          </a:p>
          <a:p>
            <a:pPr lvl="1"/>
            <a:r>
              <a:rPr lang="fr-FR"/>
              <a:t>Deuxième niveau</a:t>
            </a:r>
          </a:p>
          <a:p>
            <a:pPr lvl="2"/>
            <a:r>
              <a:rPr lang="fr-FR"/>
              <a:t>Troisième niveau</a:t>
            </a:r>
          </a:p>
        </p:txBody>
      </p:sp>
      <p:sp>
        <p:nvSpPr>
          <p:cNvPr id="10"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54828" y="1291800"/>
            <a:ext cx="12005338" cy="383432"/>
          </a:xfrm>
          <a:prstGeom prst="rect">
            <a:avLst/>
          </a:prstGeom>
        </p:spPr>
        <p:txBody>
          <a:bodyPr anchor="t" anchorCtr="0"/>
          <a:lstStyle>
            <a:lvl1pPr marL="0" marR="0" indent="0" algn="l" defTabSz="864108" rtl="0" eaLnBrk="1" fontAlgn="auto" latinLnBrk="0" hangingPunct="1">
              <a:lnSpc>
                <a:spcPct val="90000"/>
              </a:lnSpc>
              <a:spcBef>
                <a:spcPts val="945"/>
              </a:spcBef>
              <a:spcAft>
                <a:spcPts val="0"/>
              </a:spcAft>
              <a:buClrTx/>
              <a:buSzTx/>
              <a:buFont typeface="Arial" panose="020B0604020202020204" pitchFamily="34" charset="0"/>
              <a:buNone/>
              <a:tabLst/>
              <a:defRPr lang="fr-FR" sz="1512" b="0" kern="1200" dirty="0">
                <a:solidFill>
                  <a:schemeClr val="tx1"/>
                </a:solidFill>
                <a:latin typeface="Arial"/>
                <a:ea typeface="Arial" charset="0"/>
                <a:cs typeface="Arial"/>
              </a:defRPr>
            </a:lvl1pPr>
            <a:lvl2pPr>
              <a:defRPr sz="2268">
                <a:latin typeface="Poppins"/>
              </a:defRPr>
            </a:lvl2pPr>
            <a:lvl3pPr>
              <a:defRPr sz="2268">
                <a:latin typeface="Poppins"/>
              </a:defRPr>
            </a:lvl3pPr>
            <a:lvl4pPr>
              <a:defRPr sz="2268">
                <a:latin typeface="Poppins"/>
              </a:defRPr>
            </a:lvl4pPr>
            <a:lvl5pPr>
              <a:defRPr sz="2268">
                <a:latin typeface="Poppins"/>
              </a:defRPr>
            </a:lvl5pPr>
          </a:lstStyle>
          <a:p>
            <a:pPr marL="0" marR="0" lvl="0" indent="0" algn="l" defTabSz="864108" rtl="0" eaLnBrk="1" fontAlgn="auto" latinLnBrk="0" hangingPunct="1">
              <a:lnSpc>
                <a:spcPct val="90000"/>
              </a:lnSpc>
              <a:spcBef>
                <a:spcPts val="945"/>
              </a:spcBef>
              <a:spcAft>
                <a:spcPts val="0"/>
              </a:spcAft>
              <a:buClrTx/>
              <a:buSzTx/>
              <a:buFont typeface="Arial" panose="020B0604020202020204" pitchFamily="34" charset="0"/>
              <a:buNone/>
              <a:tabLst/>
              <a:defRPr/>
            </a:pPr>
            <a:r>
              <a:rPr lang="fr-FR"/>
              <a:t>Sous-titre</a:t>
            </a:r>
          </a:p>
        </p:txBody>
      </p:sp>
      <p:sp>
        <p:nvSpPr>
          <p:cNvPr id="17"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354830" y="789633"/>
            <a:ext cx="12005338" cy="502167"/>
          </a:xfrm>
          <a:prstGeom prst="rect">
            <a:avLst/>
          </a:prstGeom>
        </p:spPr>
        <p:txBody>
          <a:bodyPr anchor="t" anchorCtr="0"/>
          <a:lstStyle>
            <a:lvl1pPr marL="0" indent="0">
              <a:buNone/>
              <a:defRPr sz="2079" b="1" cap="all" spc="-143" baseline="0">
                <a:latin typeface="+mj-lt"/>
              </a:defRPr>
            </a:lvl1pPr>
          </a:lstStyle>
          <a:p>
            <a:pPr lvl="0"/>
            <a:r>
              <a:rPr lang="fr-FR"/>
              <a:t>Titre</a:t>
            </a:r>
          </a:p>
        </p:txBody>
      </p:sp>
      <p:sp>
        <p:nvSpPr>
          <p:cNvPr id="8" name="Espace réservé du pied de page 1">
            <a:extLst>
              <a:ext uri="{FF2B5EF4-FFF2-40B4-BE49-F238E27FC236}">
                <a16:creationId xmlns:a16="http://schemas.microsoft.com/office/drawing/2014/main" id="{0D5616C1-334D-49F8-AE31-292BDF57B69F}"/>
              </a:ext>
            </a:extLst>
          </p:cNvPr>
          <p:cNvSpPr>
            <a:spLocks noGrp="1"/>
          </p:cNvSpPr>
          <p:nvPr>
            <p:ph type="ftr" sz="quarter" idx="3"/>
          </p:nvPr>
        </p:nvSpPr>
        <p:spPr>
          <a:xfrm>
            <a:off x="354830" y="342702"/>
            <a:ext cx="1825445" cy="123757"/>
          </a:xfrm>
          <a:prstGeom prst="rect">
            <a:avLst/>
          </a:prstGeom>
          <a:solidFill>
            <a:schemeClr val="bg1"/>
          </a:solidFill>
        </p:spPr>
        <p:txBody>
          <a:bodyPr vert="horz" lIns="91440" tIns="45720" rIns="91440" bIns="45720" rtlCol="0" anchor="ctr"/>
          <a:lstStyle>
            <a:lvl1pPr algn="l">
              <a:defRPr sz="851">
                <a:solidFill>
                  <a:schemeClr val="tx1"/>
                </a:solidFill>
              </a:defRPr>
            </a:lvl1pPr>
          </a:lstStyle>
          <a:p>
            <a:endParaRPr lang="fr-FR"/>
          </a:p>
        </p:txBody>
      </p:sp>
    </p:spTree>
    <p:extLst>
      <p:ext uri="{BB962C8B-B14F-4D97-AF65-F5344CB8AC3E}">
        <p14:creationId xmlns:p14="http://schemas.microsoft.com/office/powerpoint/2010/main" val="412399426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Mise en page personnalisée 2" preserve="1">
  <p:cSld name="Mise en page personnalisée 2">
    <p:spTree>
      <p:nvGrpSpPr>
        <p:cNvPr id="1" name="Shape 233"/>
        <p:cNvGrpSpPr/>
        <p:nvPr/>
      </p:nvGrpSpPr>
      <p:grpSpPr>
        <a:xfrm>
          <a:off x="0" y="0"/>
          <a:ext cx="0" cy="0"/>
          <a:chOff x="0" y="0"/>
          <a:chExt cx="0" cy="0"/>
        </a:xfrm>
      </p:grpSpPr>
      <p:sp>
        <p:nvSpPr>
          <p:cNvPr id="234" name="Google Shape;234;p22"/>
          <p:cNvSpPr txBox="1">
            <a:spLocks noGrp="1"/>
          </p:cNvSpPr>
          <p:nvPr>
            <p:ph type="title"/>
          </p:nvPr>
        </p:nvSpPr>
        <p:spPr>
          <a:xfrm>
            <a:off x="292322" y="189000"/>
            <a:ext cx="11928713" cy="1069074"/>
          </a:xfrm>
          <a:prstGeom prst="rect">
            <a:avLst/>
          </a:prstGeom>
        </p:spPr>
        <p:txBody>
          <a:bodyPr spcFirstLastPara="1" wrap="square" lIns="0" tIns="0" rIns="0" bIns="0" anchor="t" anchorCtr="0">
            <a:noAutofit/>
          </a:bodyPr>
          <a:lstStyle>
            <a:lvl1pPr lvl="0" rtl="0">
              <a:spcBef>
                <a:spcPts val="0"/>
              </a:spcBef>
              <a:spcAft>
                <a:spcPts val="0"/>
              </a:spcAft>
              <a:buNone/>
              <a:defRPr>
                <a:solidFill>
                  <a:srgbClr val="A0C819"/>
                </a:solidFill>
              </a:defRPr>
            </a:lvl1pPr>
            <a:lvl2pPr lvl="1" rtl="0">
              <a:spcBef>
                <a:spcPts val="0"/>
              </a:spcBef>
              <a:spcAft>
                <a:spcPts val="0"/>
              </a:spcAft>
              <a:buNone/>
              <a:defRPr>
                <a:solidFill>
                  <a:srgbClr val="A0C819"/>
                </a:solidFill>
              </a:defRPr>
            </a:lvl2pPr>
            <a:lvl3pPr lvl="2" rtl="0">
              <a:spcBef>
                <a:spcPts val="0"/>
              </a:spcBef>
              <a:spcAft>
                <a:spcPts val="0"/>
              </a:spcAft>
              <a:buNone/>
              <a:defRPr>
                <a:solidFill>
                  <a:srgbClr val="A0C819"/>
                </a:solidFill>
              </a:defRPr>
            </a:lvl3pPr>
            <a:lvl4pPr lvl="3" rtl="0">
              <a:spcBef>
                <a:spcPts val="0"/>
              </a:spcBef>
              <a:spcAft>
                <a:spcPts val="0"/>
              </a:spcAft>
              <a:buNone/>
              <a:defRPr>
                <a:solidFill>
                  <a:srgbClr val="A0C819"/>
                </a:solidFill>
              </a:defRPr>
            </a:lvl4pPr>
            <a:lvl5pPr lvl="4" rtl="0">
              <a:spcBef>
                <a:spcPts val="0"/>
              </a:spcBef>
              <a:spcAft>
                <a:spcPts val="0"/>
              </a:spcAft>
              <a:buNone/>
              <a:defRPr>
                <a:solidFill>
                  <a:srgbClr val="A0C819"/>
                </a:solidFill>
              </a:defRPr>
            </a:lvl5pPr>
            <a:lvl6pPr lvl="5" rtl="0">
              <a:spcBef>
                <a:spcPts val="0"/>
              </a:spcBef>
              <a:spcAft>
                <a:spcPts val="0"/>
              </a:spcAft>
              <a:buNone/>
              <a:defRPr>
                <a:solidFill>
                  <a:srgbClr val="A0C819"/>
                </a:solidFill>
              </a:defRPr>
            </a:lvl6pPr>
            <a:lvl7pPr lvl="6" rtl="0">
              <a:spcBef>
                <a:spcPts val="0"/>
              </a:spcBef>
              <a:spcAft>
                <a:spcPts val="0"/>
              </a:spcAft>
              <a:buNone/>
              <a:defRPr>
                <a:solidFill>
                  <a:srgbClr val="A0C819"/>
                </a:solidFill>
              </a:defRPr>
            </a:lvl7pPr>
            <a:lvl8pPr lvl="7" rtl="0">
              <a:spcBef>
                <a:spcPts val="0"/>
              </a:spcBef>
              <a:spcAft>
                <a:spcPts val="0"/>
              </a:spcAft>
              <a:buNone/>
              <a:defRPr>
                <a:solidFill>
                  <a:srgbClr val="A0C819"/>
                </a:solidFill>
              </a:defRPr>
            </a:lvl8pPr>
            <a:lvl9pPr lvl="8" rtl="0">
              <a:spcBef>
                <a:spcPts val="0"/>
              </a:spcBef>
              <a:spcAft>
                <a:spcPts val="0"/>
              </a:spcAft>
              <a:buNone/>
              <a:defRPr>
                <a:solidFill>
                  <a:srgbClr val="A0C819"/>
                </a:solidFill>
              </a:defRPr>
            </a:lvl9pPr>
          </a:lstStyle>
          <a:p>
            <a:endParaRPr/>
          </a:p>
        </p:txBody>
      </p:sp>
      <p:sp>
        <p:nvSpPr>
          <p:cNvPr id="235" name="Google Shape;235;p22"/>
          <p:cNvSpPr txBox="1">
            <a:spLocks noGrp="1"/>
          </p:cNvSpPr>
          <p:nvPr>
            <p:ph type="body" idx="1"/>
          </p:nvPr>
        </p:nvSpPr>
        <p:spPr>
          <a:xfrm>
            <a:off x="444325" y="2128232"/>
            <a:ext cx="5907649" cy="5737551"/>
          </a:xfrm>
          <a:prstGeom prst="rect">
            <a:avLst/>
          </a:prstGeom>
        </p:spPr>
        <p:txBody>
          <a:bodyPr spcFirstLastPara="1" wrap="square" lIns="0" tIns="0" rIns="0" bIns="0" anchor="t" anchorCtr="0">
            <a:noAutofit/>
          </a:bodyPr>
          <a:lstStyle>
            <a:lvl1pPr marL="431968" lvl="0" indent="-251981" rtl="0">
              <a:spcBef>
                <a:spcPts val="0"/>
              </a:spcBef>
              <a:spcAft>
                <a:spcPts val="0"/>
              </a:spcAft>
              <a:buClr>
                <a:srgbClr val="0A2D82"/>
              </a:buClr>
              <a:buSzPts val="600"/>
              <a:buChar char="•"/>
              <a:defRPr>
                <a:solidFill>
                  <a:srgbClr val="0A2D82"/>
                </a:solidFill>
              </a:defRPr>
            </a:lvl1pPr>
            <a:lvl2pPr marL="863936" lvl="1" indent="-359974" rtl="0">
              <a:spcBef>
                <a:spcPts val="1512"/>
              </a:spcBef>
              <a:spcAft>
                <a:spcPts val="0"/>
              </a:spcAft>
              <a:buSzPts val="2400"/>
              <a:buChar char="•"/>
              <a:defRPr/>
            </a:lvl2pPr>
            <a:lvl3pPr marL="1295904" lvl="2" indent="-341976" rtl="0">
              <a:spcBef>
                <a:spcPts val="0"/>
              </a:spcBef>
              <a:spcAft>
                <a:spcPts val="0"/>
              </a:spcAft>
              <a:buSzPts val="2100"/>
              <a:buChar char="-"/>
              <a:defRPr/>
            </a:lvl3pPr>
            <a:lvl4pPr marL="1727871" lvl="3" indent="-307176" rtl="0">
              <a:spcBef>
                <a:spcPts val="0"/>
              </a:spcBef>
              <a:spcAft>
                <a:spcPts val="0"/>
              </a:spcAft>
              <a:buSzPts val="1520"/>
              <a:buChar char="●"/>
              <a:defRPr/>
            </a:lvl4pPr>
            <a:lvl5pPr marL="2159837" lvl="4" indent="-295777" rtl="0">
              <a:spcBef>
                <a:spcPts val="252"/>
              </a:spcBef>
              <a:spcAft>
                <a:spcPts val="0"/>
              </a:spcAft>
              <a:buSzPts val="1330"/>
              <a:buChar char="●"/>
              <a:defRPr/>
            </a:lvl5pPr>
            <a:lvl6pPr marL="2591805" lvl="5" indent="-329975" rtl="0">
              <a:spcBef>
                <a:spcPts val="359"/>
              </a:spcBef>
              <a:spcAft>
                <a:spcPts val="0"/>
              </a:spcAft>
              <a:buSzPts val="1900"/>
              <a:buChar char="•"/>
              <a:defRPr/>
            </a:lvl6pPr>
            <a:lvl7pPr marL="3023773" lvl="6" indent="-377973" rtl="0">
              <a:spcBef>
                <a:spcPts val="510"/>
              </a:spcBef>
              <a:spcAft>
                <a:spcPts val="0"/>
              </a:spcAft>
              <a:buSzPts val="2700"/>
              <a:buChar char="•"/>
              <a:defRPr/>
            </a:lvl7pPr>
            <a:lvl8pPr marL="3455740" lvl="7" indent="-377973" rtl="0">
              <a:spcBef>
                <a:spcPts val="510"/>
              </a:spcBef>
              <a:spcAft>
                <a:spcPts val="0"/>
              </a:spcAft>
              <a:buSzPts val="2700"/>
              <a:buChar char="•"/>
              <a:defRPr/>
            </a:lvl8pPr>
            <a:lvl9pPr marL="3887709" lvl="8" indent="-377973" rtl="0">
              <a:spcBef>
                <a:spcPts val="510"/>
              </a:spcBef>
              <a:spcAft>
                <a:spcPts val="0"/>
              </a:spcAft>
              <a:buSzPts val="2700"/>
              <a:buChar char="•"/>
              <a:defRPr/>
            </a:lvl9pPr>
          </a:lstStyle>
          <a:p>
            <a:endParaRPr/>
          </a:p>
        </p:txBody>
      </p:sp>
      <p:sp>
        <p:nvSpPr>
          <p:cNvPr id="236" name="Google Shape;236;p22"/>
          <p:cNvSpPr txBox="1">
            <a:spLocks noGrp="1"/>
          </p:cNvSpPr>
          <p:nvPr>
            <p:ph type="body" idx="2"/>
          </p:nvPr>
        </p:nvSpPr>
        <p:spPr>
          <a:xfrm>
            <a:off x="6837593" y="2128232"/>
            <a:ext cx="5383420" cy="5737551"/>
          </a:xfrm>
          <a:prstGeom prst="rect">
            <a:avLst/>
          </a:prstGeom>
        </p:spPr>
        <p:txBody>
          <a:bodyPr spcFirstLastPara="1" wrap="square" lIns="0" tIns="0" rIns="0" bIns="0" anchor="t" anchorCtr="0">
            <a:noAutofit/>
          </a:bodyPr>
          <a:lstStyle>
            <a:lvl1pPr marL="431968" lvl="0" indent="-251981" rtl="0">
              <a:spcBef>
                <a:spcPts val="0"/>
              </a:spcBef>
              <a:spcAft>
                <a:spcPts val="0"/>
              </a:spcAft>
              <a:buClr>
                <a:srgbClr val="0A2D82"/>
              </a:buClr>
              <a:buSzPts val="600"/>
              <a:buChar char="•"/>
              <a:defRPr>
                <a:solidFill>
                  <a:srgbClr val="0A2D82"/>
                </a:solidFill>
              </a:defRPr>
            </a:lvl1pPr>
            <a:lvl2pPr marL="863936" lvl="1" indent="-359974" rtl="0">
              <a:spcBef>
                <a:spcPts val="1512"/>
              </a:spcBef>
              <a:spcAft>
                <a:spcPts val="0"/>
              </a:spcAft>
              <a:buSzPts val="2400"/>
              <a:buChar char="•"/>
              <a:defRPr/>
            </a:lvl2pPr>
            <a:lvl3pPr marL="1295904" lvl="2" indent="-341976" rtl="0">
              <a:spcBef>
                <a:spcPts val="0"/>
              </a:spcBef>
              <a:spcAft>
                <a:spcPts val="0"/>
              </a:spcAft>
              <a:buSzPts val="2100"/>
              <a:buChar char="-"/>
              <a:defRPr/>
            </a:lvl3pPr>
            <a:lvl4pPr marL="1727871" lvl="3" indent="-307176" rtl="0">
              <a:spcBef>
                <a:spcPts val="0"/>
              </a:spcBef>
              <a:spcAft>
                <a:spcPts val="0"/>
              </a:spcAft>
              <a:buSzPts val="1520"/>
              <a:buChar char="●"/>
              <a:defRPr/>
            </a:lvl4pPr>
            <a:lvl5pPr marL="2159837" lvl="4" indent="-295777" rtl="0">
              <a:spcBef>
                <a:spcPts val="252"/>
              </a:spcBef>
              <a:spcAft>
                <a:spcPts val="0"/>
              </a:spcAft>
              <a:buSzPts val="1330"/>
              <a:buChar char="●"/>
              <a:defRPr/>
            </a:lvl5pPr>
            <a:lvl6pPr marL="2591805" lvl="5" indent="-329975" rtl="0">
              <a:spcBef>
                <a:spcPts val="359"/>
              </a:spcBef>
              <a:spcAft>
                <a:spcPts val="0"/>
              </a:spcAft>
              <a:buSzPts val="1900"/>
              <a:buChar char="•"/>
              <a:defRPr/>
            </a:lvl6pPr>
            <a:lvl7pPr marL="3023773" lvl="6" indent="-377973" rtl="0">
              <a:spcBef>
                <a:spcPts val="510"/>
              </a:spcBef>
              <a:spcAft>
                <a:spcPts val="0"/>
              </a:spcAft>
              <a:buSzPts val="2700"/>
              <a:buChar char="•"/>
              <a:defRPr/>
            </a:lvl7pPr>
            <a:lvl8pPr marL="3455740" lvl="7" indent="-377973" rtl="0">
              <a:spcBef>
                <a:spcPts val="510"/>
              </a:spcBef>
              <a:spcAft>
                <a:spcPts val="0"/>
              </a:spcAft>
              <a:buSzPts val="2700"/>
              <a:buChar char="•"/>
              <a:defRPr/>
            </a:lvl8pPr>
            <a:lvl9pPr marL="3887709" lvl="8" indent="-377973" rtl="0">
              <a:spcBef>
                <a:spcPts val="510"/>
              </a:spcBef>
              <a:spcAft>
                <a:spcPts val="0"/>
              </a:spcAft>
              <a:buSzPts val="2700"/>
              <a:buChar char="•"/>
              <a:defRPr/>
            </a:lvl9pPr>
          </a:lstStyle>
          <a:p>
            <a:endParaRPr/>
          </a:p>
        </p:txBody>
      </p:sp>
    </p:spTree>
    <p:extLst>
      <p:ext uri="{BB962C8B-B14F-4D97-AF65-F5344CB8AC3E}">
        <p14:creationId xmlns:p14="http://schemas.microsoft.com/office/powerpoint/2010/main" val="193362970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04- Titre sans contenu">
    <p:spTree>
      <p:nvGrpSpPr>
        <p:cNvPr id="1" name=""/>
        <p:cNvGrpSpPr/>
        <p:nvPr/>
      </p:nvGrpSpPr>
      <p:grpSpPr>
        <a:xfrm>
          <a:off x="0" y="0"/>
          <a:ext cx="0" cy="0"/>
          <a:chOff x="0" y="0"/>
          <a:chExt cx="0" cy="0"/>
        </a:xfrm>
      </p:grpSpPr>
      <p:sp>
        <p:nvSpPr>
          <p:cNvPr id="5" name="Espace réservé du pied de page 1">
            <a:extLst>
              <a:ext uri="{FF2B5EF4-FFF2-40B4-BE49-F238E27FC236}">
                <a16:creationId xmlns:a16="http://schemas.microsoft.com/office/drawing/2014/main" id="{7CB1C8AD-2C0D-FD40-AC72-04498C77C22D}"/>
              </a:ext>
            </a:extLst>
          </p:cNvPr>
          <p:cNvSpPr>
            <a:spLocks noGrp="1"/>
          </p:cNvSpPr>
          <p:nvPr>
            <p:ph type="ftr" sz="quarter" idx="3"/>
          </p:nvPr>
        </p:nvSpPr>
        <p:spPr>
          <a:xfrm>
            <a:off x="354830" y="342702"/>
            <a:ext cx="1825445" cy="123757"/>
          </a:xfrm>
          <a:prstGeom prst="rect">
            <a:avLst/>
          </a:prstGeom>
          <a:solidFill>
            <a:schemeClr val="bg1"/>
          </a:solidFill>
        </p:spPr>
        <p:txBody>
          <a:bodyPr vert="horz" lIns="91440" tIns="45720" rIns="91440" bIns="45720" rtlCol="0" anchor="ctr"/>
          <a:lstStyle>
            <a:lvl1pPr algn="l">
              <a:defRPr sz="851">
                <a:solidFill>
                  <a:schemeClr val="tx1"/>
                </a:solidFill>
              </a:defRPr>
            </a:lvl1pPr>
          </a:lstStyle>
          <a:p>
            <a:endParaRPr lang="fr-FR"/>
          </a:p>
        </p:txBody>
      </p:sp>
      <p:sp>
        <p:nvSpPr>
          <p:cNvPr id="8" name="Espace réservé du texte 6">
            <a:extLst>
              <a:ext uri="{FF2B5EF4-FFF2-40B4-BE49-F238E27FC236}">
                <a16:creationId xmlns:a16="http://schemas.microsoft.com/office/drawing/2014/main" id="{9D3FA305-28FB-2044-A036-CD928E823341}"/>
              </a:ext>
            </a:extLst>
          </p:cNvPr>
          <p:cNvSpPr>
            <a:spLocks noGrp="1"/>
          </p:cNvSpPr>
          <p:nvPr>
            <p:ph type="body" sz="quarter" idx="10" hasCustomPrompt="1"/>
          </p:nvPr>
        </p:nvSpPr>
        <p:spPr>
          <a:xfrm>
            <a:off x="354829" y="789633"/>
            <a:ext cx="11984831" cy="502167"/>
          </a:xfrm>
          <a:prstGeom prst="rect">
            <a:avLst/>
          </a:prstGeom>
        </p:spPr>
        <p:txBody>
          <a:bodyPr anchor="t" anchorCtr="0"/>
          <a:lstStyle>
            <a:lvl1pPr marL="0" indent="0">
              <a:buNone/>
              <a:defRPr sz="2268" b="1" cap="all" spc="-143" baseline="0">
                <a:latin typeface="+mj-lt"/>
              </a:defRPr>
            </a:lvl1pPr>
          </a:lstStyle>
          <a:p>
            <a:pPr lvl="0"/>
            <a:r>
              <a:rPr lang="fr-FR"/>
              <a:t>Titre</a:t>
            </a:r>
          </a:p>
        </p:txBody>
      </p:sp>
    </p:spTree>
    <p:extLst>
      <p:ext uri="{BB962C8B-B14F-4D97-AF65-F5344CB8AC3E}">
        <p14:creationId xmlns:p14="http://schemas.microsoft.com/office/powerpoint/2010/main" val="373278381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01_Basic_without content_one-line title">
    <p:spTree>
      <p:nvGrpSpPr>
        <p:cNvPr id="1" name=""/>
        <p:cNvGrpSpPr/>
        <p:nvPr/>
      </p:nvGrpSpPr>
      <p:grpSpPr>
        <a:xfrm>
          <a:off x="0" y="0"/>
          <a:ext cx="0" cy="0"/>
          <a:chOff x="0" y="0"/>
          <a:chExt cx="0" cy="0"/>
        </a:xfrm>
      </p:grpSpPr>
      <p:sp>
        <p:nvSpPr>
          <p:cNvPr id="6" name="Espace réservé du pied de page 1">
            <a:extLst>
              <a:ext uri="{FF2B5EF4-FFF2-40B4-BE49-F238E27FC236}">
                <a16:creationId xmlns:a16="http://schemas.microsoft.com/office/drawing/2014/main" id="{6FC99BD5-6DA7-A047-B06E-9C4793317FE1}"/>
              </a:ext>
            </a:extLst>
          </p:cNvPr>
          <p:cNvSpPr>
            <a:spLocks noGrp="1"/>
          </p:cNvSpPr>
          <p:nvPr>
            <p:ph type="ftr" sz="quarter" idx="3"/>
          </p:nvPr>
        </p:nvSpPr>
        <p:spPr>
          <a:xfrm>
            <a:off x="354829" y="342702"/>
            <a:ext cx="3891448" cy="123757"/>
          </a:xfrm>
          <a:prstGeom prst="rect">
            <a:avLst/>
          </a:prstGeom>
          <a:solidFill>
            <a:schemeClr val="bg1"/>
          </a:solidFill>
        </p:spPr>
        <p:txBody>
          <a:bodyPr vert="horz" lIns="91440" tIns="45720" rIns="91440" bIns="45720" rtlCol="0" anchor="ctr"/>
          <a:lstStyle>
            <a:lvl1pPr algn="l">
              <a:defRPr sz="851">
                <a:solidFill>
                  <a:schemeClr val="tx1"/>
                </a:solidFill>
              </a:defRPr>
            </a:lvl1pPr>
          </a:lstStyle>
          <a:p>
            <a:endParaRPr lang="fr-FR"/>
          </a:p>
        </p:txBody>
      </p:sp>
      <p:sp>
        <p:nvSpPr>
          <p:cNvPr id="9" name="Espace réservé du texte 4">
            <a:extLst>
              <a:ext uri="{FF2B5EF4-FFF2-40B4-BE49-F238E27FC236}">
                <a16:creationId xmlns:a16="http://schemas.microsoft.com/office/drawing/2014/main" id="{F023E6D2-3D22-9B48-8C21-FB41C7354235}"/>
              </a:ext>
            </a:extLst>
          </p:cNvPr>
          <p:cNvSpPr>
            <a:spLocks noGrp="1"/>
          </p:cNvSpPr>
          <p:nvPr>
            <p:ph type="body" sz="quarter" idx="35" hasCustomPrompt="1"/>
          </p:nvPr>
        </p:nvSpPr>
        <p:spPr>
          <a:xfrm>
            <a:off x="354828" y="1291800"/>
            <a:ext cx="12005338" cy="383432"/>
          </a:xfrm>
          <a:prstGeom prst="rect">
            <a:avLst/>
          </a:prstGeom>
        </p:spPr>
        <p:txBody>
          <a:bodyPr anchor="t" anchorCtr="0"/>
          <a:lstStyle>
            <a:lvl1pPr marL="0" marR="0" indent="0" algn="l" defTabSz="864108" rtl="0" eaLnBrk="1" fontAlgn="auto" latinLnBrk="0" hangingPunct="1">
              <a:lnSpc>
                <a:spcPct val="90000"/>
              </a:lnSpc>
              <a:spcBef>
                <a:spcPts val="945"/>
              </a:spcBef>
              <a:spcAft>
                <a:spcPts val="0"/>
              </a:spcAft>
              <a:buClrTx/>
              <a:buSzTx/>
              <a:buFont typeface="Arial" panose="020B0604020202020204" pitchFamily="34" charset="0"/>
              <a:buNone/>
              <a:tabLst/>
              <a:defRPr lang="fr-FR" sz="1512" b="0" kern="1200" dirty="0">
                <a:solidFill>
                  <a:schemeClr val="tx1"/>
                </a:solidFill>
                <a:latin typeface="Arial"/>
                <a:ea typeface="Arial" charset="0"/>
                <a:cs typeface="Arial"/>
              </a:defRPr>
            </a:lvl1pPr>
            <a:lvl2pPr>
              <a:defRPr sz="2268">
                <a:latin typeface="Poppins"/>
              </a:defRPr>
            </a:lvl2pPr>
            <a:lvl3pPr>
              <a:defRPr sz="2268">
                <a:latin typeface="Poppins"/>
              </a:defRPr>
            </a:lvl3pPr>
            <a:lvl4pPr>
              <a:defRPr sz="2268">
                <a:latin typeface="Poppins"/>
              </a:defRPr>
            </a:lvl4pPr>
            <a:lvl5pPr>
              <a:defRPr sz="2268">
                <a:latin typeface="Poppins"/>
              </a:defRPr>
            </a:lvl5pPr>
          </a:lstStyle>
          <a:p>
            <a:pPr marL="0" marR="0" lvl="0" indent="0" algn="l" defTabSz="864108" rtl="0" eaLnBrk="1" fontAlgn="auto" latinLnBrk="0" hangingPunct="1">
              <a:lnSpc>
                <a:spcPct val="90000"/>
              </a:lnSpc>
              <a:spcBef>
                <a:spcPts val="945"/>
              </a:spcBef>
              <a:spcAft>
                <a:spcPts val="0"/>
              </a:spcAft>
              <a:buClrTx/>
              <a:buSzTx/>
              <a:buFont typeface="Arial" panose="020B0604020202020204" pitchFamily="34" charset="0"/>
              <a:buNone/>
              <a:tabLst/>
              <a:defRPr/>
            </a:pPr>
            <a:r>
              <a:rPr lang="fr-FR"/>
              <a:t>Sous-titre</a:t>
            </a:r>
          </a:p>
        </p:txBody>
      </p:sp>
      <p:sp>
        <p:nvSpPr>
          <p:cNvPr id="11" name="Espace réservé du texte 6">
            <a:extLst>
              <a:ext uri="{FF2B5EF4-FFF2-40B4-BE49-F238E27FC236}">
                <a16:creationId xmlns:a16="http://schemas.microsoft.com/office/drawing/2014/main" id="{F3B92F5A-69A7-1745-A726-2A3838084F5D}"/>
              </a:ext>
            </a:extLst>
          </p:cNvPr>
          <p:cNvSpPr>
            <a:spLocks noGrp="1"/>
          </p:cNvSpPr>
          <p:nvPr>
            <p:ph type="body" sz="quarter" idx="10" hasCustomPrompt="1"/>
          </p:nvPr>
        </p:nvSpPr>
        <p:spPr>
          <a:xfrm>
            <a:off x="354831" y="789633"/>
            <a:ext cx="12005335" cy="502167"/>
          </a:xfrm>
          <a:prstGeom prst="rect">
            <a:avLst/>
          </a:prstGeom>
        </p:spPr>
        <p:txBody>
          <a:bodyPr anchor="t" anchorCtr="0"/>
          <a:lstStyle>
            <a:lvl1pPr marL="0" indent="0">
              <a:buNone/>
              <a:defRPr sz="1890" b="1" cap="all" spc="-143" baseline="0">
                <a:latin typeface="+mj-lt"/>
              </a:defRPr>
            </a:lvl1pPr>
          </a:lstStyle>
          <a:p>
            <a:pPr lvl="0"/>
            <a:r>
              <a:rPr lang="fr-FR"/>
              <a:t>Titre</a:t>
            </a:r>
          </a:p>
        </p:txBody>
      </p:sp>
    </p:spTree>
    <p:extLst>
      <p:ext uri="{BB962C8B-B14F-4D97-AF65-F5344CB8AC3E}">
        <p14:creationId xmlns:p14="http://schemas.microsoft.com/office/powerpoint/2010/main" val="50625686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01_Basic_without content_two-lines title">
    <p:spTree>
      <p:nvGrpSpPr>
        <p:cNvPr id="1" name=""/>
        <p:cNvGrpSpPr/>
        <p:nvPr/>
      </p:nvGrpSpPr>
      <p:grpSpPr>
        <a:xfrm>
          <a:off x="0" y="0"/>
          <a:ext cx="0" cy="0"/>
          <a:chOff x="0" y="0"/>
          <a:chExt cx="0" cy="0"/>
        </a:xfrm>
      </p:grpSpPr>
      <p:sp>
        <p:nvSpPr>
          <p:cNvPr id="5" name="Espace réservé du texte 4">
            <a:extLst>
              <a:ext uri="{FF2B5EF4-FFF2-40B4-BE49-F238E27FC236}">
                <a16:creationId xmlns:a16="http://schemas.microsoft.com/office/drawing/2014/main" id="{F1313710-0A7A-458C-B5A4-742A138BCB14}"/>
              </a:ext>
            </a:extLst>
          </p:cNvPr>
          <p:cNvSpPr>
            <a:spLocks noGrp="1"/>
          </p:cNvSpPr>
          <p:nvPr>
            <p:ph type="body" sz="quarter" idx="35" hasCustomPrompt="1"/>
          </p:nvPr>
        </p:nvSpPr>
        <p:spPr>
          <a:xfrm>
            <a:off x="354830" y="1758410"/>
            <a:ext cx="12005338" cy="383432"/>
          </a:xfrm>
          <a:prstGeom prst="rect">
            <a:avLst/>
          </a:prstGeom>
        </p:spPr>
        <p:txBody>
          <a:bodyPr anchor="t" anchorCtr="0"/>
          <a:lstStyle>
            <a:lvl1pPr marL="0" marR="0" indent="0" algn="l" defTabSz="864087" rtl="0" eaLnBrk="1" fontAlgn="auto" latinLnBrk="0" hangingPunct="1">
              <a:lnSpc>
                <a:spcPct val="90000"/>
              </a:lnSpc>
              <a:spcBef>
                <a:spcPts val="945"/>
              </a:spcBef>
              <a:spcAft>
                <a:spcPts val="0"/>
              </a:spcAft>
              <a:buClrTx/>
              <a:buSzTx/>
              <a:buFont typeface="Arial" panose="020B0604020202020204" pitchFamily="34" charset="0"/>
              <a:buNone/>
              <a:tabLst/>
              <a:defRPr lang="fr-FR" sz="1512" b="0" kern="1200" dirty="0">
                <a:solidFill>
                  <a:schemeClr val="tx1"/>
                </a:solidFill>
                <a:latin typeface="Arial"/>
                <a:ea typeface="Arial" charset="0"/>
                <a:cs typeface="Arial"/>
              </a:defRPr>
            </a:lvl1pPr>
            <a:lvl2pPr>
              <a:defRPr sz="2268">
                <a:latin typeface="Poppins"/>
              </a:defRPr>
            </a:lvl2pPr>
            <a:lvl3pPr>
              <a:defRPr sz="2268">
                <a:latin typeface="Poppins"/>
              </a:defRPr>
            </a:lvl3pPr>
            <a:lvl4pPr>
              <a:defRPr sz="2268">
                <a:latin typeface="Poppins"/>
              </a:defRPr>
            </a:lvl4pPr>
            <a:lvl5pPr>
              <a:defRPr sz="2268">
                <a:latin typeface="Poppins"/>
              </a:defRPr>
            </a:lvl5pPr>
          </a:lstStyle>
          <a:p>
            <a:pPr marL="0" marR="0" lvl="0" indent="0" algn="l" defTabSz="864087" rtl="0" eaLnBrk="1" fontAlgn="auto" latinLnBrk="0" hangingPunct="1">
              <a:lnSpc>
                <a:spcPct val="90000"/>
              </a:lnSpc>
              <a:spcBef>
                <a:spcPts val="945"/>
              </a:spcBef>
              <a:spcAft>
                <a:spcPts val="0"/>
              </a:spcAft>
              <a:buClrTx/>
              <a:buSzTx/>
              <a:buFont typeface="Arial" panose="020B0604020202020204" pitchFamily="34" charset="0"/>
              <a:buNone/>
              <a:tabLst/>
              <a:defRPr/>
            </a:pPr>
            <a:r>
              <a:rPr lang="fr-FR"/>
              <a:t>Sous-titre</a:t>
            </a:r>
          </a:p>
        </p:txBody>
      </p:sp>
      <p:sp>
        <p:nvSpPr>
          <p:cNvPr id="7" name="Espace réservé du texte 6">
            <a:extLst>
              <a:ext uri="{FF2B5EF4-FFF2-40B4-BE49-F238E27FC236}">
                <a16:creationId xmlns:a16="http://schemas.microsoft.com/office/drawing/2014/main" id="{D3A77A92-E553-4800-AE77-3A3A6B40817C}"/>
              </a:ext>
            </a:extLst>
          </p:cNvPr>
          <p:cNvSpPr>
            <a:spLocks noGrp="1"/>
          </p:cNvSpPr>
          <p:nvPr>
            <p:ph type="body" sz="quarter" idx="10" hasCustomPrompt="1"/>
          </p:nvPr>
        </p:nvSpPr>
        <p:spPr>
          <a:xfrm>
            <a:off x="354831" y="789636"/>
            <a:ext cx="12005338" cy="813239"/>
          </a:xfrm>
          <a:prstGeom prst="rect">
            <a:avLst/>
          </a:prstGeom>
        </p:spPr>
        <p:txBody>
          <a:bodyPr anchor="t" anchorCtr="0"/>
          <a:lstStyle>
            <a:lvl1pPr marL="0" indent="0">
              <a:buNone/>
              <a:defRPr sz="1890" b="1" cap="all" spc="-143" baseline="0">
                <a:latin typeface="+mj-lt"/>
              </a:defRPr>
            </a:lvl1pPr>
          </a:lstStyle>
          <a:p>
            <a:pPr lvl="0"/>
            <a:r>
              <a:rPr lang="fr-FR"/>
              <a:t>Titre</a:t>
            </a:r>
          </a:p>
        </p:txBody>
      </p:sp>
    </p:spTree>
    <p:extLst>
      <p:ext uri="{BB962C8B-B14F-4D97-AF65-F5344CB8AC3E}">
        <p14:creationId xmlns:p14="http://schemas.microsoft.com/office/powerpoint/2010/main" val="355296148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01_Basic full_one-line title" preserve="1">
  <p:cSld name="2_Basic full_one-line title">
    <p:spTree>
      <p:nvGrpSpPr>
        <p:cNvPr id="1" name="Shape 15"/>
        <p:cNvGrpSpPr/>
        <p:nvPr/>
      </p:nvGrpSpPr>
      <p:grpSpPr>
        <a:xfrm>
          <a:off x="0" y="0"/>
          <a:ext cx="0" cy="0"/>
          <a:chOff x="0" y="0"/>
          <a:chExt cx="0" cy="0"/>
        </a:xfrm>
      </p:grpSpPr>
      <p:sp>
        <p:nvSpPr>
          <p:cNvPr id="16" name="Google Shape;16;p10"/>
          <p:cNvSpPr txBox="1">
            <a:spLocks noGrp="1"/>
          </p:cNvSpPr>
          <p:nvPr>
            <p:ph type="body" idx="1"/>
          </p:nvPr>
        </p:nvSpPr>
        <p:spPr>
          <a:xfrm>
            <a:off x="360047" y="2380858"/>
            <a:ext cx="12000121" cy="6254828"/>
          </a:xfrm>
          <a:prstGeom prst="rect">
            <a:avLst/>
          </a:prstGeom>
          <a:noFill/>
          <a:ln>
            <a:noFill/>
          </a:ln>
        </p:spPr>
        <p:txBody>
          <a:bodyPr spcFirstLastPara="1" wrap="square" lIns="91425" tIns="45700" rIns="91425" bIns="45700" anchor="t" anchorCtr="0">
            <a:noAutofit/>
          </a:bodyPr>
          <a:lstStyle>
            <a:lvl1pPr marL="432054" marR="0" lvl="0" indent="-216027" algn="l" rtl="0">
              <a:lnSpc>
                <a:spcPct val="90000"/>
              </a:lnSpc>
              <a:spcBef>
                <a:spcPts val="945"/>
              </a:spcBef>
              <a:spcAft>
                <a:spcPts val="0"/>
              </a:spcAft>
              <a:buClr>
                <a:schemeClr val="dk1"/>
              </a:buClr>
              <a:buSzPts val="1200"/>
              <a:buFont typeface="Arial"/>
              <a:buNone/>
              <a:defRPr sz="1134" b="0" i="0" u="none" strike="noStrike" cap="none">
                <a:solidFill>
                  <a:schemeClr val="dk1"/>
                </a:solidFill>
                <a:latin typeface="Arial"/>
                <a:ea typeface="Arial"/>
                <a:cs typeface="Arial"/>
                <a:sym typeface="Arial"/>
              </a:defRPr>
            </a:lvl1pPr>
            <a:lvl2pPr marL="864108" marR="0" lvl="1" indent="-288036" algn="l" rtl="0">
              <a:lnSpc>
                <a:spcPct val="90000"/>
              </a:lnSpc>
              <a:spcBef>
                <a:spcPts val="472"/>
              </a:spcBef>
              <a:spcAft>
                <a:spcPts val="0"/>
              </a:spcAft>
              <a:buClr>
                <a:schemeClr val="dk1"/>
              </a:buClr>
              <a:buSzPts val="1200"/>
              <a:buFont typeface="Arial"/>
              <a:buChar char="•"/>
              <a:defRPr sz="1134" b="0" i="0" u="none" strike="noStrike" cap="none">
                <a:solidFill>
                  <a:schemeClr val="dk1"/>
                </a:solidFill>
                <a:latin typeface="Arial"/>
                <a:ea typeface="Arial"/>
                <a:cs typeface="Arial"/>
                <a:sym typeface="Arial"/>
              </a:defRPr>
            </a:lvl2pPr>
            <a:lvl3pPr marL="1296162" marR="0" lvl="2" indent="-288036" algn="l" rtl="0">
              <a:lnSpc>
                <a:spcPct val="90000"/>
              </a:lnSpc>
              <a:spcBef>
                <a:spcPts val="472"/>
              </a:spcBef>
              <a:spcAft>
                <a:spcPts val="0"/>
              </a:spcAft>
              <a:buClr>
                <a:schemeClr val="dk1"/>
              </a:buClr>
              <a:buSzPts val="1200"/>
              <a:buFont typeface="Arial"/>
              <a:buChar char="–"/>
              <a:defRPr sz="1134" b="0" i="0" u="none" strike="noStrike" cap="none">
                <a:solidFill>
                  <a:schemeClr val="dk1"/>
                </a:solidFill>
                <a:latin typeface="Arial"/>
                <a:ea typeface="Arial"/>
                <a:cs typeface="Arial"/>
                <a:sym typeface="Arial"/>
              </a:defRPr>
            </a:lvl3pPr>
            <a:lvl4pPr marL="1728216" marR="0" lvl="3" indent="-312039" algn="l" rtl="0">
              <a:lnSpc>
                <a:spcPct val="90000"/>
              </a:lnSpc>
              <a:spcBef>
                <a:spcPts val="472"/>
              </a:spcBef>
              <a:spcAft>
                <a:spcPts val="0"/>
              </a:spcAft>
              <a:buClr>
                <a:schemeClr val="dk1"/>
              </a:buClr>
              <a:buSzPts val="1600"/>
              <a:buFont typeface="Courier New"/>
              <a:buChar char="o"/>
              <a:defRPr sz="1512" b="0" i="0" u="none" strike="noStrike" cap="none">
                <a:solidFill>
                  <a:schemeClr val="dk1"/>
                </a:solidFill>
                <a:latin typeface="Arial"/>
                <a:ea typeface="Arial"/>
                <a:cs typeface="Arial"/>
                <a:sym typeface="Arial"/>
              </a:defRPr>
            </a:lvl4pPr>
            <a:lvl5pPr marL="2160270" marR="0" lvl="4" indent="-312039" algn="l" rtl="0">
              <a:lnSpc>
                <a:spcPct val="90000"/>
              </a:lnSpc>
              <a:spcBef>
                <a:spcPts val="472"/>
              </a:spcBef>
              <a:spcAft>
                <a:spcPts val="0"/>
              </a:spcAft>
              <a:buClr>
                <a:schemeClr val="dk1"/>
              </a:buClr>
              <a:buSzPts val="1600"/>
              <a:buFont typeface="Noto Sans Symbols"/>
              <a:buChar char="❑"/>
              <a:defRPr sz="1512" b="0" i="0" u="none" strike="noStrike" cap="none">
                <a:solidFill>
                  <a:schemeClr val="dk1"/>
                </a:solidFill>
                <a:latin typeface="Arial"/>
                <a:ea typeface="Arial"/>
                <a:cs typeface="Arial"/>
                <a:sym typeface="Arial"/>
              </a:defRPr>
            </a:lvl5pPr>
            <a:lvl6pPr marL="2592324" marR="0" lvl="5"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6pPr>
            <a:lvl7pPr marL="3024378" marR="0" lvl="6"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7pPr>
            <a:lvl8pPr marL="3456432" marR="0" lvl="7"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8pPr>
            <a:lvl9pPr marL="3888486" marR="0" lvl="8"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9pPr>
          </a:lstStyle>
          <a:p>
            <a:endParaRPr/>
          </a:p>
        </p:txBody>
      </p:sp>
      <p:sp>
        <p:nvSpPr>
          <p:cNvPr id="17" name="Google Shape;17;p10"/>
          <p:cNvSpPr txBox="1">
            <a:spLocks noGrp="1"/>
          </p:cNvSpPr>
          <p:nvPr>
            <p:ph type="body" idx="2"/>
          </p:nvPr>
        </p:nvSpPr>
        <p:spPr>
          <a:xfrm>
            <a:off x="354828" y="1291800"/>
            <a:ext cx="12005338" cy="383432"/>
          </a:xfrm>
          <a:prstGeom prst="rect">
            <a:avLst/>
          </a:prstGeom>
          <a:noFill/>
          <a:ln>
            <a:noFill/>
          </a:ln>
        </p:spPr>
        <p:txBody>
          <a:bodyPr spcFirstLastPara="1" wrap="square" lIns="91425" tIns="45700" rIns="91425" bIns="45700" anchor="t" anchorCtr="0">
            <a:noAutofit/>
          </a:bodyPr>
          <a:lstStyle>
            <a:lvl1pPr marL="432054" marR="0" lvl="0" indent="-216027" algn="l" rtl="0">
              <a:lnSpc>
                <a:spcPct val="90000"/>
              </a:lnSpc>
              <a:spcBef>
                <a:spcPts val="945"/>
              </a:spcBef>
              <a:spcAft>
                <a:spcPts val="0"/>
              </a:spcAft>
              <a:buClr>
                <a:schemeClr val="dk1"/>
              </a:buClr>
              <a:buSzPts val="1600"/>
              <a:buFont typeface="Arial"/>
              <a:buNone/>
              <a:defRPr sz="1512" b="0" i="0" u="none" strike="noStrike" cap="none">
                <a:solidFill>
                  <a:schemeClr val="dk1"/>
                </a:solidFill>
                <a:latin typeface="Arial"/>
                <a:ea typeface="Arial"/>
                <a:cs typeface="Arial"/>
                <a:sym typeface="Arial"/>
              </a:defRPr>
            </a:lvl1pPr>
            <a:lvl2pPr marL="864108" marR="0" lvl="1" indent="-360045" algn="l" rtl="0">
              <a:lnSpc>
                <a:spcPct val="90000"/>
              </a:lnSpc>
              <a:spcBef>
                <a:spcPts val="472"/>
              </a:spcBef>
              <a:spcAft>
                <a:spcPts val="0"/>
              </a:spcAft>
              <a:buClr>
                <a:schemeClr val="dk1"/>
              </a:buClr>
              <a:buSzPts val="2400"/>
              <a:buFont typeface="Arial"/>
              <a:buChar char="•"/>
              <a:defRPr sz="2268" b="0" i="0" u="none" strike="noStrike" cap="none">
                <a:solidFill>
                  <a:schemeClr val="dk1"/>
                </a:solidFill>
                <a:latin typeface="Poppins"/>
                <a:ea typeface="Poppins"/>
                <a:cs typeface="Poppins"/>
                <a:sym typeface="Poppins"/>
              </a:defRPr>
            </a:lvl2pPr>
            <a:lvl3pPr marL="1296162" marR="0" lvl="2" indent="-360045" algn="l" rtl="0">
              <a:lnSpc>
                <a:spcPct val="90000"/>
              </a:lnSpc>
              <a:spcBef>
                <a:spcPts val="472"/>
              </a:spcBef>
              <a:spcAft>
                <a:spcPts val="0"/>
              </a:spcAft>
              <a:buClr>
                <a:schemeClr val="dk1"/>
              </a:buClr>
              <a:buSzPts val="2400"/>
              <a:buFont typeface="Arial"/>
              <a:buChar char="•"/>
              <a:defRPr sz="2268" b="0" i="0" u="none" strike="noStrike" cap="none">
                <a:solidFill>
                  <a:schemeClr val="dk1"/>
                </a:solidFill>
                <a:latin typeface="Poppins"/>
                <a:ea typeface="Poppins"/>
                <a:cs typeface="Poppins"/>
                <a:sym typeface="Poppins"/>
              </a:defRPr>
            </a:lvl3pPr>
            <a:lvl4pPr marL="1728216" marR="0" lvl="3" indent="-360045" algn="l" rtl="0">
              <a:lnSpc>
                <a:spcPct val="90000"/>
              </a:lnSpc>
              <a:spcBef>
                <a:spcPts val="472"/>
              </a:spcBef>
              <a:spcAft>
                <a:spcPts val="0"/>
              </a:spcAft>
              <a:buClr>
                <a:schemeClr val="dk1"/>
              </a:buClr>
              <a:buSzPts val="2400"/>
              <a:buFont typeface="Arial"/>
              <a:buChar char="•"/>
              <a:defRPr sz="2268" b="0" i="0" u="none" strike="noStrike" cap="none">
                <a:solidFill>
                  <a:schemeClr val="dk1"/>
                </a:solidFill>
                <a:latin typeface="Poppins"/>
                <a:ea typeface="Poppins"/>
                <a:cs typeface="Poppins"/>
                <a:sym typeface="Poppins"/>
              </a:defRPr>
            </a:lvl4pPr>
            <a:lvl5pPr marL="2160270" marR="0" lvl="4" indent="-360045" algn="l" rtl="0">
              <a:lnSpc>
                <a:spcPct val="90000"/>
              </a:lnSpc>
              <a:spcBef>
                <a:spcPts val="472"/>
              </a:spcBef>
              <a:spcAft>
                <a:spcPts val="0"/>
              </a:spcAft>
              <a:buClr>
                <a:schemeClr val="dk1"/>
              </a:buClr>
              <a:buSzPts val="2400"/>
              <a:buFont typeface="Arial"/>
              <a:buChar char="•"/>
              <a:defRPr sz="2268" b="0" i="0" u="none" strike="noStrike" cap="none">
                <a:solidFill>
                  <a:schemeClr val="dk1"/>
                </a:solidFill>
                <a:latin typeface="Poppins"/>
                <a:ea typeface="Poppins"/>
                <a:cs typeface="Poppins"/>
                <a:sym typeface="Poppins"/>
              </a:defRPr>
            </a:lvl5pPr>
            <a:lvl6pPr marL="2592324" marR="0" lvl="5"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6pPr>
            <a:lvl7pPr marL="3024378" marR="0" lvl="6"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7pPr>
            <a:lvl8pPr marL="3456432" marR="0" lvl="7"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8pPr>
            <a:lvl9pPr marL="3888486" marR="0" lvl="8"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9pPr>
          </a:lstStyle>
          <a:p>
            <a:endParaRPr/>
          </a:p>
        </p:txBody>
      </p:sp>
      <p:sp>
        <p:nvSpPr>
          <p:cNvPr id="18" name="Google Shape;18;p10"/>
          <p:cNvSpPr txBox="1">
            <a:spLocks noGrp="1"/>
          </p:cNvSpPr>
          <p:nvPr>
            <p:ph type="body" idx="3"/>
          </p:nvPr>
        </p:nvSpPr>
        <p:spPr>
          <a:xfrm>
            <a:off x="354830" y="789633"/>
            <a:ext cx="12005338" cy="502167"/>
          </a:xfrm>
          <a:prstGeom prst="rect">
            <a:avLst/>
          </a:prstGeom>
          <a:noFill/>
          <a:ln>
            <a:noFill/>
          </a:ln>
        </p:spPr>
        <p:txBody>
          <a:bodyPr spcFirstLastPara="1" wrap="square" lIns="91425" tIns="45700" rIns="91425" bIns="45700" anchor="t" anchorCtr="0">
            <a:noAutofit/>
          </a:bodyPr>
          <a:lstStyle>
            <a:lvl1pPr marL="432054" marR="0" lvl="0" indent="-216027" algn="l" rtl="0">
              <a:lnSpc>
                <a:spcPct val="90000"/>
              </a:lnSpc>
              <a:spcBef>
                <a:spcPts val="945"/>
              </a:spcBef>
              <a:spcAft>
                <a:spcPts val="0"/>
              </a:spcAft>
              <a:buClr>
                <a:schemeClr val="dk1"/>
              </a:buClr>
              <a:buSzPts val="2200"/>
              <a:buFont typeface="Arial"/>
              <a:buNone/>
              <a:defRPr sz="2079" b="1" i="0" u="none" strike="noStrike" cap="none">
                <a:solidFill>
                  <a:schemeClr val="dk1"/>
                </a:solidFill>
                <a:latin typeface="Arial Black"/>
                <a:ea typeface="Arial Black"/>
                <a:cs typeface="Arial Black"/>
                <a:sym typeface="Arial Black"/>
              </a:defRPr>
            </a:lvl1pPr>
            <a:lvl2pPr marL="864108" marR="0" lvl="1" indent="-360045" algn="l" rtl="0">
              <a:lnSpc>
                <a:spcPct val="90000"/>
              </a:lnSpc>
              <a:spcBef>
                <a:spcPts val="472"/>
              </a:spcBef>
              <a:spcAft>
                <a:spcPts val="0"/>
              </a:spcAft>
              <a:buClr>
                <a:schemeClr val="dk1"/>
              </a:buClr>
              <a:buSzPts val="2400"/>
              <a:buFont typeface="Arial"/>
              <a:buChar char="•"/>
              <a:defRPr sz="2268" b="0" i="0" u="none" strike="noStrike" cap="none">
                <a:solidFill>
                  <a:schemeClr val="dk1"/>
                </a:solidFill>
                <a:latin typeface="Arial"/>
                <a:ea typeface="Arial"/>
                <a:cs typeface="Arial"/>
                <a:sym typeface="Arial"/>
              </a:defRPr>
            </a:lvl2pPr>
            <a:lvl3pPr marL="1296162" marR="0" lvl="2" indent="-336042" algn="l" rtl="0">
              <a:lnSpc>
                <a:spcPct val="90000"/>
              </a:lnSpc>
              <a:spcBef>
                <a:spcPts val="472"/>
              </a:spcBef>
              <a:spcAft>
                <a:spcPts val="0"/>
              </a:spcAft>
              <a:buClr>
                <a:schemeClr val="dk1"/>
              </a:buClr>
              <a:buSzPts val="2000"/>
              <a:buFont typeface="Arial"/>
              <a:buChar char="•"/>
              <a:defRPr sz="1890" b="0" i="0" u="none" strike="noStrike" cap="none">
                <a:solidFill>
                  <a:schemeClr val="dk1"/>
                </a:solidFill>
                <a:latin typeface="Arial"/>
                <a:ea typeface="Arial"/>
                <a:cs typeface="Arial"/>
                <a:sym typeface="Arial"/>
              </a:defRPr>
            </a:lvl3pPr>
            <a:lvl4pPr marL="1728216" marR="0" lvl="3"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4pPr>
            <a:lvl5pPr marL="2160270" marR="0" lvl="4"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5pPr>
            <a:lvl6pPr marL="2592324" marR="0" lvl="5"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6pPr>
            <a:lvl7pPr marL="3024378" marR="0" lvl="6"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7pPr>
            <a:lvl8pPr marL="3456432" marR="0" lvl="7"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8pPr>
            <a:lvl9pPr marL="3888486" marR="0" lvl="8" indent="-324041" algn="l" rtl="0">
              <a:lnSpc>
                <a:spcPct val="90000"/>
              </a:lnSpc>
              <a:spcBef>
                <a:spcPts val="472"/>
              </a:spcBef>
              <a:spcAft>
                <a:spcPts val="0"/>
              </a:spcAft>
              <a:buClr>
                <a:schemeClr val="dk1"/>
              </a:buClr>
              <a:buSzPts val="1800"/>
              <a:buFont typeface="Arial"/>
              <a:buChar char="•"/>
              <a:defRPr sz="1701"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55530295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02- Titre, ss-titre, sans contenu">
    <p:spTree>
      <p:nvGrpSpPr>
        <p:cNvPr id="1" name=""/>
        <p:cNvGrpSpPr/>
        <p:nvPr/>
      </p:nvGrpSpPr>
      <p:grpSpPr>
        <a:xfrm>
          <a:off x="0" y="0"/>
          <a:ext cx="0" cy="0"/>
          <a:chOff x="0" y="0"/>
          <a:chExt cx="0" cy="0"/>
        </a:xfrm>
      </p:grpSpPr>
      <p:sp>
        <p:nvSpPr>
          <p:cNvPr id="6" name="Espace réservé du pied de page 1">
            <a:extLst>
              <a:ext uri="{FF2B5EF4-FFF2-40B4-BE49-F238E27FC236}">
                <a16:creationId xmlns:a16="http://schemas.microsoft.com/office/drawing/2014/main" id="{6FC99BD5-6DA7-A047-B06E-9C4793317FE1}"/>
              </a:ext>
            </a:extLst>
          </p:cNvPr>
          <p:cNvSpPr>
            <a:spLocks noGrp="1"/>
          </p:cNvSpPr>
          <p:nvPr>
            <p:ph type="ftr" sz="quarter" idx="3"/>
          </p:nvPr>
        </p:nvSpPr>
        <p:spPr>
          <a:xfrm>
            <a:off x="354830" y="342702"/>
            <a:ext cx="1825445" cy="123757"/>
          </a:xfrm>
          <a:prstGeom prst="rect">
            <a:avLst/>
          </a:prstGeom>
          <a:solidFill>
            <a:schemeClr val="bg1"/>
          </a:solidFill>
        </p:spPr>
        <p:txBody>
          <a:bodyPr vert="horz" lIns="91440" tIns="45720" rIns="91440" bIns="45720" rtlCol="0" anchor="ctr"/>
          <a:lstStyle>
            <a:lvl1pPr algn="l">
              <a:defRPr sz="851">
                <a:solidFill>
                  <a:schemeClr val="tx1"/>
                </a:solidFill>
              </a:defRPr>
            </a:lvl1pPr>
          </a:lstStyle>
          <a:p>
            <a:r>
              <a:rPr lang="fr-FR" err="1"/>
              <a:t>Connect</a:t>
            </a:r>
            <a:r>
              <a:rPr lang="fr-FR"/>
              <a:t> Banking</a:t>
            </a:r>
          </a:p>
        </p:txBody>
      </p:sp>
      <p:sp>
        <p:nvSpPr>
          <p:cNvPr id="9" name="Espace réservé du texte 4">
            <a:extLst>
              <a:ext uri="{FF2B5EF4-FFF2-40B4-BE49-F238E27FC236}">
                <a16:creationId xmlns:a16="http://schemas.microsoft.com/office/drawing/2014/main" id="{F023E6D2-3D22-9B48-8C21-FB41C7354235}"/>
              </a:ext>
            </a:extLst>
          </p:cNvPr>
          <p:cNvSpPr>
            <a:spLocks noGrp="1"/>
          </p:cNvSpPr>
          <p:nvPr>
            <p:ph type="body" sz="quarter" idx="35" hasCustomPrompt="1"/>
          </p:nvPr>
        </p:nvSpPr>
        <p:spPr>
          <a:xfrm>
            <a:off x="354828" y="1291800"/>
            <a:ext cx="12005338" cy="383432"/>
          </a:xfrm>
          <a:prstGeom prst="rect">
            <a:avLst/>
          </a:prstGeom>
        </p:spPr>
        <p:txBody>
          <a:bodyPr anchor="t" anchorCtr="0"/>
          <a:lstStyle>
            <a:lvl1pPr marL="0" marR="0" indent="0" algn="l" defTabSz="864108" rtl="0" eaLnBrk="1" fontAlgn="auto" latinLnBrk="0" hangingPunct="1">
              <a:lnSpc>
                <a:spcPct val="90000"/>
              </a:lnSpc>
              <a:spcBef>
                <a:spcPts val="945"/>
              </a:spcBef>
              <a:spcAft>
                <a:spcPts val="0"/>
              </a:spcAft>
              <a:buClrTx/>
              <a:buSzTx/>
              <a:buFont typeface="Arial" panose="020B0604020202020204" pitchFamily="34" charset="0"/>
              <a:buNone/>
              <a:tabLst/>
              <a:defRPr lang="fr-FR" sz="1134" b="1" kern="1200" dirty="0">
                <a:solidFill>
                  <a:schemeClr val="tx1"/>
                </a:solidFill>
                <a:latin typeface="Arial"/>
                <a:ea typeface="Arial" charset="0"/>
                <a:cs typeface="Arial"/>
              </a:defRPr>
            </a:lvl1pPr>
            <a:lvl2pPr>
              <a:defRPr sz="2268">
                <a:latin typeface="Poppins"/>
              </a:defRPr>
            </a:lvl2pPr>
            <a:lvl3pPr>
              <a:defRPr sz="2268">
                <a:latin typeface="Poppins"/>
              </a:defRPr>
            </a:lvl3pPr>
            <a:lvl4pPr>
              <a:defRPr sz="2268">
                <a:latin typeface="Poppins"/>
              </a:defRPr>
            </a:lvl4pPr>
            <a:lvl5pPr>
              <a:defRPr sz="2268">
                <a:latin typeface="Poppins"/>
              </a:defRPr>
            </a:lvl5pPr>
          </a:lstStyle>
          <a:p>
            <a:pPr marL="0" marR="0" lvl="0" indent="0" algn="l" defTabSz="864108" rtl="0" eaLnBrk="1" fontAlgn="auto" latinLnBrk="0" hangingPunct="1">
              <a:lnSpc>
                <a:spcPct val="90000"/>
              </a:lnSpc>
              <a:spcBef>
                <a:spcPts val="945"/>
              </a:spcBef>
              <a:spcAft>
                <a:spcPts val="0"/>
              </a:spcAft>
              <a:buClrTx/>
              <a:buSzTx/>
              <a:buFont typeface="Arial" panose="020B0604020202020204" pitchFamily="34" charset="0"/>
              <a:buNone/>
              <a:tabLst/>
              <a:defRPr/>
            </a:pPr>
            <a:r>
              <a:rPr lang="fr-FR"/>
              <a:t>Sous-titre</a:t>
            </a:r>
          </a:p>
        </p:txBody>
      </p:sp>
      <p:sp>
        <p:nvSpPr>
          <p:cNvPr id="11" name="Espace réservé du texte 6">
            <a:extLst>
              <a:ext uri="{FF2B5EF4-FFF2-40B4-BE49-F238E27FC236}">
                <a16:creationId xmlns:a16="http://schemas.microsoft.com/office/drawing/2014/main" id="{F3B92F5A-69A7-1745-A726-2A3838084F5D}"/>
              </a:ext>
            </a:extLst>
          </p:cNvPr>
          <p:cNvSpPr>
            <a:spLocks noGrp="1"/>
          </p:cNvSpPr>
          <p:nvPr>
            <p:ph type="body" sz="quarter" idx="10" hasCustomPrompt="1"/>
          </p:nvPr>
        </p:nvSpPr>
        <p:spPr>
          <a:xfrm>
            <a:off x="354831" y="789633"/>
            <a:ext cx="12005335" cy="502167"/>
          </a:xfrm>
          <a:prstGeom prst="rect">
            <a:avLst/>
          </a:prstGeom>
        </p:spPr>
        <p:txBody>
          <a:bodyPr anchor="t" anchorCtr="0"/>
          <a:lstStyle>
            <a:lvl1pPr marL="0" indent="0">
              <a:buNone/>
              <a:defRPr sz="2268" b="1" cap="all" spc="-143" baseline="0">
                <a:latin typeface="+mj-lt"/>
              </a:defRPr>
            </a:lvl1pPr>
          </a:lstStyle>
          <a:p>
            <a:pPr lvl="0"/>
            <a:r>
              <a:rPr lang="fr-FR"/>
              <a:t>Titre</a:t>
            </a:r>
          </a:p>
        </p:txBody>
      </p:sp>
    </p:spTree>
    <p:extLst>
      <p:ext uri="{BB962C8B-B14F-4D97-AF65-F5344CB8AC3E}">
        <p14:creationId xmlns:p14="http://schemas.microsoft.com/office/powerpoint/2010/main" val="401083423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2578C7-9499-A345-A50D-CF63BEEBB303}"/>
              </a:ext>
            </a:extLst>
          </p:cNvPr>
          <p:cNvSpPr>
            <a:spLocks noGrp="1"/>
          </p:cNvSpPr>
          <p:nvPr>
            <p:ph type="ctrTitle"/>
          </p:nvPr>
        </p:nvSpPr>
        <p:spPr>
          <a:xfrm>
            <a:off x="1600200" y="1571308"/>
            <a:ext cx="9601200" cy="3342640"/>
          </a:xfrm>
        </p:spPr>
        <p:txBody>
          <a:bodyPr anchor="b"/>
          <a:lstStyle>
            <a:lvl1pPr algn="ctr">
              <a:defRPr sz="5670"/>
            </a:lvl1pPr>
          </a:lstStyle>
          <a:p>
            <a:r>
              <a:rPr lang="fr-FR"/>
              <a:t>Modifiez le style du titre</a:t>
            </a:r>
          </a:p>
        </p:txBody>
      </p:sp>
      <p:sp>
        <p:nvSpPr>
          <p:cNvPr id="3" name="Sous-titre 2">
            <a:extLst>
              <a:ext uri="{FF2B5EF4-FFF2-40B4-BE49-F238E27FC236}">
                <a16:creationId xmlns:a16="http://schemas.microsoft.com/office/drawing/2014/main" id="{403F8D5D-888D-E042-95C7-7589F9F5E3A0}"/>
              </a:ext>
            </a:extLst>
          </p:cNvPr>
          <p:cNvSpPr>
            <a:spLocks noGrp="1"/>
          </p:cNvSpPr>
          <p:nvPr>
            <p:ph type="subTitle" idx="1"/>
          </p:nvPr>
        </p:nvSpPr>
        <p:spPr>
          <a:xfrm>
            <a:off x="1600200" y="5042853"/>
            <a:ext cx="9601200" cy="2318067"/>
          </a:xfrm>
        </p:spPr>
        <p:txBody>
          <a:bodyPr/>
          <a:lstStyle>
            <a:lvl1pPr marL="0" indent="0" algn="ctr">
              <a:buNone/>
              <a:defRPr sz="2268"/>
            </a:lvl1pPr>
            <a:lvl2pPr marL="432054" indent="0" algn="ctr">
              <a:buNone/>
              <a:defRPr sz="1890"/>
            </a:lvl2pPr>
            <a:lvl3pPr marL="864108" indent="0" algn="ctr">
              <a:buNone/>
              <a:defRPr sz="1701"/>
            </a:lvl3pPr>
            <a:lvl4pPr marL="1296162" indent="0" algn="ctr">
              <a:buNone/>
              <a:defRPr sz="1512"/>
            </a:lvl4pPr>
            <a:lvl5pPr marL="1728216" indent="0" algn="ctr">
              <a:buNone/>
              <a:defRPr sz="1512"/>
            </a:lvl5pPr>
            <a:lvl6pPr marL="2160270" indent="0" algn="ctr">
              <a:buNone/>
              <a:defRPr sz="1512"/>
            </a:lvl6pPr>
            <a:lvl7pPr marL="2592324" indent="0" algn="ctr">
              <a:buNone/>
              <a:defRPr sz="1512"/>
            </a:lvl7pPr>
            <a:lvl8pPr marL="3024378" indent="0" algn="ctr">
              <a:buNone/>
              <a:defRPr sz="1512"/>
            </a:lvl8pPr>
            <a:lvl9pPr marL="3456432" indent="0" algn="ctr">
              <a:buNone/>
              <a:defRPr sz="1512"/>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AB2436A-5268-4740-9D2B-306BA0ACC5A1}"/>
              </a:ext>
            </a:extLst>
          </p:cNvPr>
          <p:cNvSpPr>
            <a:spLocks noGrp="1"/>
          </p:cNvSpPr>
          <p:nvPr>
            <p:ph type="dt" sz="half" idx="10"/>
          </p:nvPr>
        </p:nvSpPr>
        <p:spPr/>
        <p:txBody>
          <a:bodyPr/>
          <a:lstStyle/>
          <a:p>
            <a:fld id="{51621AB1-5687-48BA-AE83-52F813B6B7E4}" type="datetime1">
              <a:rPr lang="fr-FR" smtClean="0"/>
              <a:t>21/04/2026</a:t>
            </a:fld>
            <a:endParaRPr lang="fr-FR"/>
          </a:p>
        </p:txBody>
      </p:sp>
      <p:sp>
        <p:nvSpPr>
          <p:cNvPr id="5" name="Espace réservé du pied de page 4">
            <a:extLst>
              <a:ext uri="{FF2B5EF4-FFF2-40B4-BE49-F238E27FC236}">
                <a16:creationId xmlns:a16="http://schemas.microsoft.com/office/drawing/2014/main" id="{29E3E651-7285-7146-BD13-0671E0C101D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344F81E-FB10-1745-B2F4-6E470D3D46EC}"/>
              </a:ext>
            </a:extLst>
          </p:cNvPr>
          <p:cNvSpPr>
            <a:spLocks noGrp="1"/>
          </p:cNvSpPr>
          <p:nvPr>
            <p:ph type="sldNum" sz="quarter" idx="12"/>
          </p:nvPr>
        </p:nvSpPr>
        <p:spPr/>
        <p:txBody>
          <a:bodyPr/>
          <a:lstStyle/>
          <a:p>
            <a:fld id="{3835BF9D-1D75-764E-A59A-2C02F1DD6D6A}" type="slidenum">
              <a:rPr lang="fr-FR" smtClean="0"/>
              <a:t>‹N°›</a:t>
            </a:fld>
            <a:endParaRPr lang="fr-FR"/>
          </a:p>
        </p:txBody>
      </p:sp>
    </p:spTree>
    <p:extLst>
      <p:ext uri="{BB962C8B-B14F-4D97-AF65-F5344CB8AC3E}">
        <p14:creationId xmlns:p14="http://schemas.microsoft.com/office/powerpoint/2010/main" val="3497554277"/>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matchingName="Title Slide" preserve="1" userDrawn="1">
  <p:cSld name="Title Slide">
    <p:spTree>
      <p:nvGrpSpPr>
        <p:cNvPr id="1" name=""/>
        <p:cNvGrpSpPr/>
        <p:nvPr/>
      </p:nvGrpSpPr>
      <p:grpSpPr>
        <a:xfrm>
          <a:off x="0" y="0"/>
          <a:ext cx="0" cy="0"/>
          <a:chOff x="0" y="0"/>
          <a:chExt cx="0" cy="0"/>
        </a:xfrm>
      </p:grpSpPr>
      <p:sp>
        <p:nvSpPr>
          <p:cNvPr id="2"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964">
              <a:solidFill>
                <a:srgbClr val="FFFFFF"/>
              </a:solidFill>
              <a:latin typeface="Arial" panose="020B0604020202020204" pitchFamily="34" charset="0"/>
              <a:cs typeface="Arial" panose="020B0604020202020204" pitchFamily="34" charset="0"/>
            </a:endParaRPr>
          </a:p>
        </p:txBody>
      </p:sp>
      <p:sp>
        <p:nvSpPr>
          <p:cNvPr id="8" name="Title 1"/>
          <p:cNvSpPr>
            <a:spLocks noGrp="1"/>
          </p:cNvSpPr>
          <p:nvPr>
            <p:ph type="ctrTitle"/>
            <p:custDataLst>
              <p:tags r:id="rId3"/>
            </p:custDataLst>
          </p:nvPr>
        </p:nvSpPr>
        <p:spPr>
          <a:xfrm>
            <a:off x="553401" y="6993889"/>
            <a:ext cx="4940097" cy="495520"/>
          </a:xfrm>
        </p:spPr>
        <p:txBody>
          <a:bodyPr vert="horz" wrap="square" lIns="0" tIns="0" rIns="0" bIns="0" rtlCol="0" anchor="b" anchorCtr="0">
            <a:spAutoFit/>
          </a:bodyPr>
          <a:lstStyle>
            <a:lvl1pPr>
              <a:defRPr lang="en-GB" sz="3220" b="0" cap="none" baseline="0" noProof="0" dirty="0">
                <a:solidFill>
                  <a:schemeClr val="tx1"/>
                </a:solidFill>
              </a:defRPr>
            </a:lvl1pPr>
          </a:lstStyle>
          <a:p>
            <a:pPr lvl="0"/>
            <a:r>
              <a:rPr lang="fr-FR" noProof="0"/>
              <a:t>Modifiez le style du titre</a:t>
            </a:r>
          </a:p>
        </p:txBody>
      </p:sp>
      <p:sp>
        <p:nvSpPr>
          <p:cNvPr id="9" name="Subtitle 2"/>
          <p:cNvSpPr>
            <a:spLocks noGrp="1"/>
          </p:cNvSpPr>
          <p:nvPr>
            <p:ph type="subTitle" idx="1"/>
            <p:custDataLst>
              <p:tags r:id="rId4"/>
            </p:custDataLst>
          </p:nvPr>
        </p:nvSpPr>
        <p:spPr>
          <a:xfrm>
            <a:off x="553403" y="7729232"/>
            <a:ext cx="4940096" cy="193899"/>
          </a:xfrm>
        </p:spPr>
        <p:txBody>
          <a:bodyPr wrap="square" lIns="0">
            <a:spAutoFit/>
          </a:bodyPr>
          <a:lstStyle>
            <a:lvl1pPr marL="0" indent="0" algn="l">
              <a:spcAft>
                <a:spcPts val="0"/>
              </a:spcAft>
              <a:buNone/>
              <a:defRPr sz="1260" b="1">
                <a:solidFill>
                  <a:schemeClr val="tx1"/>
                </a:solidFill>
              </a:defRPr>
            </a:lvl1pPr>
            <a:lvl2pPr marL="640080" indent="0" algn="ctr">
              <a:buNone/>
              <a:defRPr>
                <a:solidFill>
                  <a:schemeClr val="tx1">
                    <a:tint val="75000"/>
                  </a:schemeClr>
                </a:solidFill>
              </a:defRPr>
            </a:lvl2pPr>
            <a:lvl3pPr marL="1280160" indent="0" algn="ctr">
              <a:buNone/>
              <a:defRPr>
                <a:solidFill>
                  <a:schemeClr val="tx1">
                    <a:tint val="75000"/>
                  </a:schemeClr>
                </a:solidFill>
              </a:defRPr>
            </a:lvl3pPr>
            <a:lvl4pPr marL="1920240" indent="0" algn="ctr">
              <a:buNone/>
              <a:defRPr>
                <a:solidFill>
                  <a:schemeClr val="tx1">
                    <a:tint val="75000"/>
                  </a:schemeClr>
                </a:solidFill>
              </a:defRPr>
            </a:lvl4pPr>
            <a:lvl5pPr marL="2560320" indent="0" algn="ctr">
              <a:buNone/>
              <a:defRPr>
                <a:solidFill>
                  <a:schemeClr val="tx1">
                    <a:tint val="75000"/>
                  </a:schemeClr>
                </a:solidFill>
              </a:defRPr>
            </a:lvl5pPr>
            <a:lvl6pPr marL="3200400" indent="0" algn="ctr">
              <a:buNone/>
              <a:defRPr>
                <a:solidFill>
                  <a:schemeClr val="tx1">
                    <a:tint val="75000"/>
                  </a:schemeClr>
                </a:solidFill>
              </a:defRPr>
            </a:lvl6pPr>
            <a:lvl7pPr marL="3840480" indent="0" algn="ctr">
              <a:buNone/>
              <a:defRPr>
                <a:solidFill>
                  <a:schemeClr val="tx1">
                    <a:tint val="75000"/>
                  </a:schemeClr>
                </a:solidFill>
              </a:defRPr>
            </a:lvl7pPr>
            <a:lvl8pPr marL="4480560" indent="0" algn="ctr">
              <a:buNone/>
              <a:defRPr>
                <a:solidFill>
                  <a:schemeClr val="tx1">
                    <a:tint val="75000"/>
                  </a:schemeClr>
                </a:solidFill>
              </a:defRPr>
            </a:lvl8pPr>
            <a:lvl9pPr marL="5120640" indent="0" algn="ctr">
              <a:buNone/>
              <a:defRPr>
                <a:solidFill>
                  <a:schemeClr val="tx1">
                    <a:tint val="75000"/>
                  </a:schemeClr>
                </a:solidFill>
              </a:defRPr>
            </a:lvl9pPr>
          </a:lstStyle>
          <a:p>
            <a:r>
              <a:rPr lang="fr-FR" noProof="0"/>
              <a:t>Modifiez le style des sous-titres du masque</a:t>
            </a:r>
          </a:p>
        </p:txBody>
      </p:sp>
      <p:sp>
        <p:nvSpPr>
          <p:cNvPr id="11" name="Status"/>
          <p:cNvSpPr txBox="1">
            <a:spLocks/>
          </p:cNvSpPr>
          <p:nvPr userDrawn="1">
            <p:custDataLst>
              <p:tags r:id="rId5"/>
            </p:custDataLst>
          </p:nvPr>
        </p:nvSpPr>
        <p:spPr bwMode="gray">
          <a:xfrm>
            <a:off x="11098845" y="2332848"/>
            <a:ext cx="1702756" cy="236988"/>
          </a:xfrm>
          <a:prstGeom prst="rect">
            <a:avLst/>
          </a:prstGeom>
          <a:solidFill>
            <a:srgbClr val="DFDFDF"/>
          </a:solidFill>
        </p:spPr>
        <p:txBody>
          <a:bodyPr wrap="none" lIns="100800" tIns="0" rIns="453600" bIns="0" rtlCol="0" anchor="ctr">
            <a:spAutoFit/>
          </a:bodyPr>
          <a:lstStyle/>
          <a:p>
            <a:pPr algn="r"/>
            <a:r>
              <a:rPr lang="fr-FR" sz="1540" cap="none" baseline="0">
                <a:solidFill>
                  <a:srgbClr val="000000"/>
                </a:solidFill>
                <a:latin typeface="Arial" panose="020B0604020202020204" pitchFamily="34" charset="0"/>
                <a:cs typeface="Arial" panose="020B0604020202020204" pitchFamily="34" charset="0"/>
              </a:rPr>
              <a:t>BROUILLON</a:t>
            </a:r>
          </a:p>
        </p:txBody>
      </p:sp>
      <p:pic>
        <p:nvPicPr>
          <p:cNvPr id="12" name="Image 11">
            <a:extLst>
              <a:ext uri="{FF2B5EF4-FFF2-40B4-BE49-F238E27FC236}">
                <a16:creationId xmlns:a16="http://schemas.microsoft.com/office/drawing/2014/main" id="{F06A0BE3-E78D-41D9-90E3-5A371DE56FF5}"/>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0539270" y="487849"/>
            <a:ext cx="1192198" cy="996337"/>
          </a:xfrm>
          <a:prstGeom prst="rect">
            <a:avLst/>
          </a:prstGeom>
        </p:spPr>
      </p:pic>
    </p:spTree>
    <p:extLst>
      <p:ext uri="{BB962C8B-B14F-4D97-AF65-F5344CB8AC3E}">
        <p14:creationId xmlns:p14="http://schemas.microsoft.com/office/powerpoint/2010/main" val="1721775699"/>
      </p:ext>
    </p:extLst>
  </p:cSld>
  <p:clrMapOvr>
    <a:masterClrMapping/>
  </p:clrMapOvr>
  <p:hf sldNum="0" hdr="0" ftr="0"/>
  <p:extLst>
    <p:ext uri="{DCECCB84-F9BA-43D5-87BE-67443E8EF086}">
      <p15:sldGuideLst xmlns:p15="http://schemas.microsoft.com/office/powerpoint/2012/main">
        <p15:guide id="1" pos="249">
          <p15:clr>
            <a:srgbClr val="FBAE40"/>
          </p15:clr>
        </p15:guide>
        <p15:guide id="2" orient="horz" pos="2765">
          <p15:clr>
            <a:srgbClr val="FBAE40"/>
          </p15:clr>
        </p15:guide>
        <p15:guide id="3" orient="horz" pos="2967">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Title and Content"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1156" y="203609"/>
            <a:ext cx="10082092" cy="1815311"/>
          </a:xfrm>
        </p:spPr>
        <p:txBody>
          <a:bodyPr/>
          <a:lstStyle/>
          <a:p>
            <a:r>
              <a:rPr lang="fr-FR" noProof="0"/>
              <a:t>Modifiez le style du titre</a:t>
            </a:r>
          </a:p>
        </p:txBody>
      </p:sp>
      <p:sp>
        <p:nvSpPr>
          <p:cNvPr id="3" name="Content Placeholder 2"/>
          <p:cNvSpPr>
            <a:spLocks noGrp="1"/>
          </p:cNvSpPr>
          <p:nvPr>
            <p:ph idx="1"/>
          </p:nvPr>
        </p:nvSpPr>
        <p:spPr>
          <a:xfrm>
            <a:off x="351154" y="2624328"/>
            <a:ext cx="8065453" cy="6048756"/>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Text Placeholder 5"/>
          <p:cNvSpPr>
            <a:spLocks noGrp="1"/>
          </p:cNvSpPr>
          <p:nvPr>
            <p:ph type="body" sz="quarter" idx="12"/>
          </p:nvPr>
        </p:nvSpPr>
        <p:spPr>
          <a:xfrm>
            <a:off x="10534650" y="2623078"/>
            <a:ext cx="1813560" cy="6050006"/>
          </a:xfrm>
        </p:spPr>
        <p:txBody>
          <a:bodyPr/>
          <a:lstStyle>
            <a:lvl1pPr marL="0" indent="0">
              <a:lnSpc>
                <a:spcPts val="1680"/>
              </a:lnSpc>
              <a:spcAft>
                <a:spcPts val="0"/>
              </a:spcAft>
              <a:buFontTx/>
              <a:buNone/>
              <a:defRPr sz="1400">
                <a:solidFill>
                  <a:schemeClr val="tx2"/>
                </a:solidFill>
              </a:defRPr>
            </a:lvl1pPr>
            <a:lvl2pPr marL="302400" indent="0">
              <a:lnSpc>
                <a:spcPct val="100000"/>
              </a:lnSpc>
              <a:spcAft>
                <a:spcPts val="0"/>
              </a:spcAft>
              <a:buFontTx/>
              <a:buNone/>
              <a:defRPr sz="1400"/>
            </a:lvl2pPr>
            <a:lvl3pPr marL="504000" indent="0">
              <a:lnSpc>
                <a:spcPct val="100000"/>
              </a:lnSpc>
              <a:spcAft>
                <a:spcPts val="0"/>
              </a:spcAft>
              <a:buFontTx/>
              <a:buNone/>
              <a:defRPr sz="1400"/>
            </a:lvl3pPr>
            <a:lvl4pPr marL="755650" indent="0">
              <a:lnSpc>
                <a:spcPct val="100000"/>
              </a:lnSpc>
              <a:spcAft>
                <a:spcPts val="0"/>
              </a:spcAft>
              <a:buFontTx/>
              <a:buNone/>
              <a:defRPr sz="1400"/>
            </a:lvl4pPr>
            <a:lvl5pPr marL="997902" indent="0">
              <a:lnSpc>
                <a:spcPct val="100000"/>
              </a:lnSpc>
              <a:spcAft>
                <a:spcPts val="0"/>
              </a:spcAft>
              <a:buFontTx/>
              <a:buNone/>
              <a:defRPr sz="1400"/>
            </a:lvl5pPr>
          </a:lstStyle>
          <a:p>
            <a:pPr lvl="0"/>
            <a:r>
              <a:rPr lang="fr-FR"/>
              <a:t>Cliquez pour modifier les styles du texte du masque</a:t>
            </a:r>
          </a:p>
        </p:txBody>
      </p:sp>
    </p:spTree>
    <p:extLst>
      <p:ext uri="{BB962C8B-B14F-4D97-AF65-F5344CB8AC3E}">
        <p14:creationId xmlns:p14="http://schemas.microsoft.com/office/powerpoint/2010/main" val="2787260595"/>
      </p:ext>
    </p:extLst>
  </p:cSld>
  <p:clrMapOvr>
    <a:masterClrMapping/>
  </p:clrMapOvr>
  <p:hf sldNum="0" hdr="0" ftr="0"/>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matchingName="Title Slide with Image" preserve="1" userDrawn="1">
  <p:cSld name="Title Slide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1" name="Picture Placeholder 4"/>
          <p:cNvSpPr>
            <a:spLocks noGrp="1"/>
          </p:cNvSpPr>
          <p:nvPr>
            <p:ph type="pic" sz="quarter" idx="10"/>
            <p:custDataLst>
              <p:tags r:id="rId2"/>
            </p:custDataLst>
          </p:nvPr>
        </p:nvSpPr>
        <p:spPr>
          <a:xfrm>
            <a:off x="0" y="0"/>
            <a:ext cx="12801600" cy="9601200"/>
          </a:xfrm>
          <a:noFill/>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2" name="Subtitle 2"/>
          <p:cNvSpPr>
            <a:spLocks noGrp="1"/>
          </p:cNvSpPr>
          <p:nvPr>
            <p:ph type="subTitle" idx="1"/>
          </p:nvPr>
        </p:nvSpPr>
        <p:spPr bwMode="ltGray">
          <a:xfrm>
            <a:off x="0" y="7609127"/>
            <a:ext cx="5493499" cy="430184"/>
          </a:xfrm>
          <a:solidFill>
            <a:schemeClr val="bg1"/>
          </a:solidFill>
        </p:spPr>
        <p:txBody>
          <a:bodyPr lIns="396000" tIns="72000" rIns="144000" bIns="162000">
            <a:spAutoFit/>
          </a:bodyPr>
          <a:lstStyle>
            <a:lvl1pPr marL="0" indent="0" algn="l">
              <a:spcAft>
                <a:spcPts val="0"/>
              </a:spcAft>
              <a:buNone/>
              <a:defRPr sz="1260" b="1">
                <a:solidFill>
                  <a:schemeClr val="tx1"/>
                </a:solidFill>
              </a:defRPr>
            </a:lvl1pPr>
            <a:lvl2pPr marL="640080" indent="0" algn="ctr">
              <a:buNone/>
              <a:defRPr>
                <a:solidFill>
                  <a:schemeClr val="tx1">
                    <a:tint val="75000"/>
                  </a:schemeClr>
                </a:solidFill>
              </a:defRPr>
            </a:lvl2pPr>
            <a:lvl3pPr marL="1280160" indent="0" algn="ctr">
              <a:buNone/>
              <a:defRPr>
                <a:solidFill>
                  <a:schemeClr val="tx1">
                    <a:tint val="75000"/>
                  </a:schemeClr>
                </a:solidFill>
              </a:defRPr>
            </a:lvl3pPr>
            <a:lvl4pPr marL="1920240" indent="0" algn="ctr">
              <a:buNone/>
              <a:defRPr>
                <a:solidFill>
                  <a:schemeClr val="tx1">
                    <a:tint val="75000"/>
                  </a:schemeClr>
                </a:solidFill>
              </a:defRPr>
            </a:lvl4pPr>
            <a:lvl5pPr marL="2560320" indent="0" algn="ctr">
              <a:buNone/>
              <a:defRPr>
                <a:solidFill>
                  <a:schemeClr val="tx1">
                    <a:tint val="75000"/>
                  </a:schemeClr>
                </a:solidFill>
              </a:defRPr>
            </a:lvl5pPr>
            <a:lvl6pPr marL="3200400" indent="0" algn="ctr">
              <a:buNone/>
              <a:defRPr>
                <a:solidFill>
                  <a:schemeClr val="tx1">
                    <a:tint val="75000"/>
                  </a:schemeClr>
                </a:solidFill>
              </a:defRPr>
            </a:lvl6pPr>
            <a:lvl7pPr marL="3840480" indent="0" algn="ctr">
              <a:buNone/>
              <a:defRPr>
                <a:solidFill>
                  <a:schemeClr val="tx1">
                    <a:tint val="75000"/>
                  </a:schemeClr>
                </a:solidFill>
              </a:defRPr>
            </a:lvl7pPr>
            <a:lvl8pPr marL="4480560" indent="0" algn="ctr">
              <a:buNone/>
              <a:defRPr>
                <a:solidFill>
                  <a:schemeClr val="tx1">
                    <a:tint val="75000"/>
                  </a:schemeClr>
                </a:solidFill>
              </a:defRPr>
            </a:lvl8pPr>
            <a:lvl9pPr marL="5120640" indent="0" algn="ctr">
              <a:buNone/>
              <a:defRPr>
                <a:solidFill>
                  <a:schemeClr val="tx1">
                    <a:tint val="75000"/>
                  </a:schemeClr>
                </a:solidFill>
              </a:defRPr>
            </a:lvl9pPr>
          </a:lstStyle>
          <a:p>
            <a:r>
              <a:rPr lang="fr-FR" noProof="0"/>
              <a:t>Modifiez le style des sous-titres du masque</a:t>
            </a:r>
          </a:p>
        </p:txBody>
      </p:sp>
      <p:sp>
        <p:nvSpPr>
          <p:cNvPr id="13" name="Title 1"/>
          <p:cNvSpPr>
            <a:spLocks noGrp="1"/>
          </p:cNvSpPr>
          <p:nvPr>
            <p:ph type="ctrTitle"/>
          </p:nvPr>
        </p:nvSpPr>
        <p:spPr bwMode="ltGray">
          <a:xfrm>
            <a:off x="0" y="6933128"/>
            <a:ext cx="5493499" cy="756314"/>
          </a:xfrm>
          <a:solidFill>
            <a:schemeClr val="bg1"/>
          </a:solidFill>
        </p:spPr>
        <p:txBody>
          <a:bodyPr lIns="396000" tIns="147600" rIns="144000" bIns="118800" anchor="b" anchorCtr="0">
            <a:spAutoFit/>
          </a:bodyPr>
          <a:lstStyle>
            <a:lvl1pPr algn="l">
              <a:lnSpc>
                <a:spcPts val="3780"/>
              </a:lnSpc>
              <a:defRPr sz="3220" baseline="0">
                <a:solidFill>
                  <a:schemeClr val="tx1"/>
                </a:solidFill>
              </a:defRPr>
            </a:lvl1pPr>
          </a:lstStyle>
          <a:p>
            <a:r>
              <a:rPr lang="fr-FR" noProof="0"/>
              <a:t>Modifiez le style du titre</a:t>
            </a:r>
          </a:p>
        </p:txBody>
      </p:sp>
      <p:sp>
        <p:nvSpPr>
          <p:cNvPr id="9" name="Status"/>
          <p:cNvSpPr txBox="1">
            <a:spLocks/>
          </p:cNvSpPr>
          <p:nvPr userDrawn="1">
            <p:custDataLst>
              <p:tags r:id="rId3"/>
            </p:custDataLst>
          </p:nvPr>
        </p:nvSpPr>
        <p:spPr bwMode="gray">
          <a:xfrm>
            <a:off x="11098845" y="2332848"/>
            <a:ext cx="1702756" cy="236988"/>
          </a:xfrm>
          <a:prstGeom prst="rect">
            <a:avLst/>
          </a:prstGeom>
          <a:solidFill>
            <a:srgbClr val="DFDFDF"/>
          </a:solidFill>
        </p:spPr>
        <p:txBody>
          <a:bodyPr wrap="none" lIns="100800" tIns="0" rIns="453600" bIns="0" rtlCol="0" anchor="ctr">
            <a:spAutoFit/>
          </a:bodyPr>
          <a:lstStyle/>
          <a:p>
            <a:pPr algn="r"/>
            <a:r>
              <a:rPr lang="fr-FR" sz="1540" cap="none" baseline="0">
                <a:solidFill>
                  <a:srgbClr val="000000"/>
                </a:solidFill>
                <a:latin typeface="Arial" panose="020B0604020202020204" pitchFamily="34" charset="0"/>
                <a:cs typeface="Arial" panose="020B0604020202020204" pitchFamily="34" charset="0"/>
              </a:rPr>
              <a:t>BROUILLON</a:t>
            </a:r>
          </a:p>
        </p:txBody>
      </p:sp>
      <p:sp>
        <p:nvSpPr>
          <p:cNvPr id="8" name="LogoFrame"/>
          <p:cNvSpPr>
            <a:spLocks/>
          </p:cNvSpPr>
          <p:nvPr userDrawn="1">
            <p:custDataLst>
              <p:tags r:id="rId4"/>
            </p:custDataLst>
          </p:nvPr>
        </p:nvSpPr>
        <p:spPr bwMode="white">
          <a:xfrm>
            <a:off x="10070130" y="-12096"/>
            <a:ext cx="2278080" cy="2299009"/>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964">
              <a:solidFill>
                <a:schemeClr val="tx1"/>
              </a:solidFill>
            </a:endParaRPr>
          </a:p>
        </p:txBody>
      </p:sp>
      <p:pic>
        <p:nvPicPr>
          <p:cNvPr id="10" name="Image 9">
            <a:extLst>
              <a:ext uri="{FF2B5EF4-FFF2-40B4-BE49-F238E27FC236}">
                <a16:creationId xmlns:a16="http://schemas.microsoft.com/office/drawing/2014/main" id="{526F7EDD-2D36-4F41-B201-A0AA95CEDDC9}"/>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0539270" y="487849"/>
            <a:ext cx="1192198" cy="996337"/>
          </a:xfrm>
          <a:prstGeom prst="rect">
            <a:avLst/>
          </a:prstGeom>
        </p:spPr>
      </p:pic>
    </p:spTree>
    <p:extLst>
      <p:ext uri="{BB962C8B-B14F-4D97-AF65-F5344CB8AC3E}">
        <p14:creationId xmlns:p14="http://schemas.microsoft.com/office/powerpoint/2010/main" val="483393064"/>
      </p:ext>
    </p:extLst>
  </p:cSld>
  <p:clrMapOvr>
    <a:masterClrMapping/>
  </p:clrMapOvr>
  <p:hf sldNum="0" hdr="0" ftr="0"/>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matchingName="Section Header" preserve="1" userDrawn="1">
  <p:cSld name="Section Header">
    <p:spTree>
      <p:nvGrpSpPr>
        <p:cNvPr id="1" name=""/>
        <p:cNvGrpSpPr/>
        <p:nvPr/>
      </p:nvGrpSpPr>
      <p:grpSpPr>
        <a:xfrm>
          <a:off x="0" y="0"/>
          <a:ext cx="0" cy="0"/>
          <a:chOff x="0" y="0"/>
          <a:chExt cx="0" cy="0"/>
        </a:xfrm>
      </p:grpSpPr>
      <p:sp>
        <p:nvSpPr>
          <p:cNvPr id="8" name="EcoBackground" hidden="1"/>
          <p:cNvSpPr/>
          <p:nvPr userDrawn="1">
            <p:custDataLst>
              <p:tags r:id="rId2"/>
            </p:custDataLst>
          </p:nvPr>
        </p:nvSpPr>
        <p:spPr bwMode="gray">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964">
              <a:solidFill>
                <a:srgbClr val="FFFFFF"/>
              </a:solidFill>
              <a:latin typeface="Arial" panose="020B0604020202020204" pitchFamily="34" charset="0"/>
              <a:cs typeface="Arial" panose="020B0604020202020204" pitchFamily="34" charset="0"/>
            </a:endParaRPr>
          </a:p>
        </p:txBody>
      </p:sp>
      <p:sp>
        <p:nvSpPr>
          <p:cNvPr id="2" name="Title 1"/>
          <p:cNvSpPr>
            <a:spLocks noGrp="1"/>
          </p:cNvSpPr>
          <p:nvPr>
            <p:ph type="title"/>
            <p:custDataLst>
              <p:tags r:id="rId3"/>
            </p:custDataLst>
          </p:nvPr>
        </p:nvSpPr>
        <p:spPr>
          <a:xfrm>
            <a:off x="503749" y="3619440"/>
            <a:ext cx="4939850" cy="655696"/>
          </a:xfrm>
        </p:spPr>
        <p:txBody>
          <a:bodyPr lIns="36000" anchor="b" anchorCtr="0">
            <a:noAutofit/>
          </a:bodyPr>
          <a:lstStyle>
            <a:lvl1pPr algn="l">
              <a:defRPr sz="3220" b="0" cap="none" baseline="0">
                <a:solidFill>
                  <a:schemeClr val="tx1"/>
                </a:solidFill>
              </a:defRPr>
            </a:lvl1pPr>
          </a:lstStyle>
          <a:p>
            <a:r>
              <a:rPr lang="fr-FR"/>
              <a:t>Modifiez le style du titre</a:t>
            </a:r>
          </a:p>
        </p:txBody>
      </p:sp>
      <p:sp>
        <p:nvSpPr>
          <p:cNvPr id="9" name="Status"/>
          <p:cNvSpPr txBox="1">
            <a:spLocks/>
          </p:cNvSpPr>
          <p:nvPr userDrawn="1">
            <p:custDataLst>
              <p:tags r:id="rId4"/>
            </p:custDataLst>
          </p:nvPr>
        </p:nvSpPr>
        <p:spPr bwMode="gray">
          <a:xfrm>
            <a:off x="11098845" y="2332848"/>
            <a:ext cx="1702756" cy="236988"/>
          </a:xfrm>
          <a:prstGeom prst="rect">
            <a:avLst/>
          </a:prstGeom>
          <a:solidFill>
            <a:srgbClr val="DFDFDF"/>
          </a:solidFill>
        </p:spPr>
        <p:txBody>
          <a:bodyPr wrap="none" lIns="100800" tIns="0" rIns="453600" bIns="0" rtlCol="0" anchor="ctr">
            <a:spAutoFit/>
          </a:bodyPr>
          <a:lstStyle/>
          <a:p>
            <a:pPr algn="r"/>
            <a:r>
              <a:rPr lang="fr-FR" sz="1540" cap="none" baseline="0">
                <a:solidFill>
                  <a:srgbClr val="000000"/>
                </a:solidFill>
                <a:latin typeface="Arial" panose="020B0604020202020204" pitchFamily="34" charset="0"/>
                <a:cs typeface="Arial" panose="020B0604020202020204" pitchFamily="34" charset="0"/>
              </a:rPr>
              <a:t>BROUILLON</a:t>
            </a:r>
          </a:p>
        </p:txBody>
      </p:sp>
      <p:pic>
        <p:nvPicPr>
          <p:cNvPr id="11" name="Image 10">
            <a:extLst>
              <a:ext uri="{FF2B5EF4-FFF2-40B4-BE49-F238E27FC236}">
                <a16:creationId xmlns:a16="http://schemas.microsoft.com/office/drawing/2014/main" id="{EDC6E267-77A0-4466-9247-FDC70764DABC}"/>
              </a:ext>
            </a:extLst>
          </p:cNvPr>
          <p:cNvPicPr>
            <a:picLocks noChangeAspect="1"/>
          </p:cNvPicPr>
          <p:nvPr userDrawn="1">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bwMode="gray">
          <a:xfrm>
            <a:off x="11410558" y="8625078"/>
            <a:ext cx="818677" cy="684180"/>
          </a:xfrm>
          <a:prstGeom prst="rect">
            <a:avLst/>
          </a:prstGeom>
        </p:spPr>
      </p:pic>
    </p:spTree>
    <p:extLst>
      <p:ext uri="{BB962C8B-B14F-4D97-AF65-F5344CB8AC3E}">
        <p14:creationId xmlns:p14="http://schemas.microsoft.com/office/powerpoint/2010/main" val="3394980438"/>
      </p:ext>
    </p:extLst>
  </p:cSld>
  <p:clrMapOvr>
    <a:masterClrMapping/>
  </p:clrMapOvr>
  <p:hf sldNum="0" hdr="0" ftr="0"/>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matchingName="Section Header with Image" preserve="1" userDrawn="1">
  <p:cSld name="Section Header with Imag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0"/>
            <p:custDataLst>
              <p:tags r:id="rId2"/>
            </p:custDataLst>
          </p:nvPr>
        </p:nvSpPr>
        <p:spPr>
          <a:xfrm>
            <a:off x="0" y="0"/>
            <a:ext cx="12801600" cy="8308830"/>
          </a:xfrm>
        </p:spPr>
        <p:txBody>
          <a:bodyPr lIns="0" tIns="0" bIns="468000" anchor="ctr" anchorCtr="0"/>
          <a:lstStyle>
            <a:lvl1pPr marL="0" indent="0" algn="ctr">
              <a:buNone/>
              <a:defRPr>
                <a:solidFill>
                  <a:schemeClr val="tx1"/>
                </a:solidFill>
              </a:defRPr>
            </a:lvl1pPr>
          </a:lstStyle>
          <a:p>
            <a:r>
              <a:rPr lang="fr-FR" noProof="0"/>
              <a:t>Cliquez sur l'icône pour ajouter une image</a:t>
            </a:r>
          </a:p>
        </p:txBody>
      </p:sp>
      <p:sp>
        <p:nvSpPr>
          <p:cNvPr id="13" name="EcoBackground" hidden="1"/>
          <p:cNvSpPr/>
          <p:nvPr userDrawn="1">
            <p:custDataLst>
              <p:tags r:id="rId3"/>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964" noProof="0"/>
          </a:p>
        </p:txBody>
      </p:sp>
      <p:sp>
        <p:nvSpPr>
          <p:cNvPr id="6" name="Hider"/>
          <p:cNvSpPr/>
          <p:nvPr userDrawn="1"/>
        </p:nvSpPr>
        <p:spPr bwMode="white">
          <a:xfrm>
            <a:off x="0" y="8308830"/>
            <a:ext cx="12801600" cy="129237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964" noProof="0"/>
          </a:p>
        </p:txBody>
      </p:sp>
      <p:sp>
        <p:nvSpPr>
          <p:cNvPr id="10" name="Status"/>
          <p:cNvSpPr txBox="1">
            <a:spLocks/>
          </p:cNvSpPr>
          <p:nvPr userDrawn="1">
            <p:custDataLst>
              <p:tags r:id="rId4"/>
            </p:custDataLst>
          </p:nvPr>
        </p:nvSpPr>
        <p:spPr bwMode="gray">
          <a:xfrm>
            <a:off x="11098845" y="2332848"/>
            <a:ext cx="1702756" cy="236988"/>
          </a:xfrm>
          <a:prstGeom prst="rect">
            <a:avLst/>
          </a:prstGeom>
          <a:solidFill>
            <a:srgbClr val="DFDFDF"/>
          </a:solidFill>
        </p:spPr>
        <p:txBody>
          <a:bodyPr wrap="none" lIns="100800" tIns="0" rIns="453600" bIns="0" rtlCol="0" anchor="ctr">
            <a:spAutoFit/>
          </a:bodyPr>
          <a:lstStyle/>
          <a:p>
            <a:pPr algn="r"/>
            <a:r>
              <a:rPr lang="fr-FR" sz="1540" cap="none" baseline="0">
                <a:solidFill>
                  <a:srgbClr val="000000"/>
                </a:solidFill>
                <a:latin typeface="Arial" panose="020B0604020202020204" pitchFamily="34" charset="0"/>
                <a:cs typeface="Arial" panose="020B0604020202020204" pitchFamily="34" charset="0"/>
              </a:rPr>
              <a:t>BROUILLON</a:t>
            </a:r>
          </a:p>
        </p:txBody>
      </p:sp>
      <p:sp>
        <p:nvSpPr>
          <p:cNvPr id="2" name="Title 1"/>
          <p:cNvSpPr>
            <a:spLocks noGrp="1"/>
          </p:cNvSpPr>
          <p:nvPr>
            <p:ph type="title"/>
            <p:custDataLst>
              <p:tags r:id="rId5"/>
            </p:custDataLst>
          </p:nvPr>
        </p:nvSpPr>
        <p:spPr bwMode="ltGray">
          <a:xfrm>
            <a:off x="0" y="3587366"/>
            <a:ext cx="5493600" cy="786333"/>
          </a:xfrm>
          <a:solidFill>
            <a:schemeClr val="bg1"/>
          </a:solidFill>
        </p:spPr>
        <p:txBody>
          <a:bodyPr lIns="396000" tIns="144000" bIns="144000" anchor="ctr" anchorCtr="0">
            <a:spAutoFit/>
          </a:bodyPr>
          <a:lstStyle>
            <a:lvl1pPr algn="l">
              <a:defRPr sz="3220" b="0" cap="none" baseline="0">
                <a:solidFill>
                  <a:schemeClr val="tx1"/>
                </a:solidFill>
              </a:defRPr>
            </a:lvl1pPr>
          </a:lstStyle>
          <a:p>
            <a:r>
              <a:rPr lang="fr-FR" noProof="0"/>
              <a:t>Modifiez le style du titre</a:t>
            </a:r>
          </a:p>
        </p:txBody>
      </p:sp>
      <p:pic>
        <p:nvPicPr>
          <p:cNvPr id="12" name="Image 11">
            <a:extLst>
              <a:ext uri="{FF2B5EF4-FFF2-40B4-BE49-F238E27FC236}">
                <a16:creationId xmlns:a16="http://schemas.microsoft.com/office/drawing/2014/main" id="{3EF3C5E7-5463-4473-92D3-048CBF68F54B}"/>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1410558" y="8625078"/>
            <a:ext cx="818677" cy="684180"/>
          </a:xfrm>
          <a:prstGeom prst="rect">
            <a:avLst/>
          </a:prstGeom>
        </p:spPr>
      </p:pic>
    </p:spTree>
    <p:extLst>
      <p:ext uri="{BB962C8B-B14F-4D97-AF65-F5344CB8AC3E}">
        <p14:creationId xmlns:p14="http://schemas.microsoft.com/office/powerpoint/2010/main" val="750516609"/>
      </p:ext>
    </p:extLst>
  </p:cSld>
  <p:clrMapOvr>
    <a:masterClrMapping/>
  </p:clrMapOvr>
  <p:hf sldNum="0" hdr="0" ftr="0"/>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Image and Content 2/3 - 1/3" preserve="1" userDrawn="1">
  <p:cSld name="Image and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7" name="Picture Placeholder 6"/>
          <p:cNvSpPr>
            <a:spLocks noGrp="1"/>
          </p:cNvSpPr>
          <p:nvPr>
            <p:ph type="pic" sz="quarter" idx="12"/>
          </p:nvPr>
        </p:nvSpPr>
        <p:spPr>
          <a:xfrm>
            <a:off x="351155" y="2624328"/>
            <a:ext cx="8065453" cy="6048756"/>
          </a:xfrm>
        </p:spPr>
        <p:txBody>
          <a:bodyPr lIns="0" bIns="432000" anchor="ctr" anchorCtr="0"/>
          <a:lstStyle>
            <a:lvl1pPr marL="0" indent="0" algn="ctr">
              <a:buNone/>
              <a:defRPr>
                <a:solidFill>
                  <a:srgbClr val="808080"/>
                </a:solidFill>
              </a:defRPr>
            </a:lvl1pPr>
          </a:lstStyle>
          <a:p>
            <a:r>
              <a:rPr lang="fr-FR"/>
              <a:t>Cliquez sur l'icône pour ajouter une image</a:t>
            </a:r>
          </a:p>
        </p:txBody>
      </p:sp>
      <p:sp>
        <p:nvSpPr>
          <p:cNvPr id="9" name="Content Placeholder 8"/>
          <p:cNvSpPr>
            <a:spLocks noGrp="1"/>
          </p:cNvSpPr>
          <p:nvPr>
            <p:ph sz="quarter" idx="13"/>
          </p:nvPr>
        </p:nvSpPr>
        <p:spPr>
          <a:xfrm>
            <a:off x="8517835" y="2624328"/>
            <a:ext cx="3830376" cy="6048756"/>
          </a:xfrm>
        </p:spPr>
        <p:txBody>
          <a:bodyPr/>
          <a:lstStyle>
            <a:lvl1pPr>
              <a:defRPr sz="2240"/>
            </a:lvl1pPr>
            <a:lvl2pPr>
              <a:defRPr sz="2100"/>
            </a:lvl2pPr>
            <a:lvl3pPr>
              <a:defRPr sz="1960"/>
            </a:lvl3pPr>
            <a:lvl4pPr>
              <a:defRPr sz="1820"/>
            </a:lvl4pPr>
            <a:lvl5pPr>
              <a:defRPr sz="168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993228191"/>
      </p:ext>
    </p:extLst>
  </p:cSld>
  <p:clrMapOvr>
    <a:masterClrMapping/>
  </p:clrMapOvr>
  <p:hf sldNum="0" hdr="0" ftr="0"/>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Image and Content 1/3 - 2/3" preserve="1" userDrawn="1">
  <p:cSld name="Image and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4" name="Picture Placeholder 3"/>
          <p:cNvSpPr>
            <a:spLocks noGrp="1"/>
          </p:cNvSpPr>
          <p:nvPr>
            <p:ph type="pic" sz="quarter" idx="13"/>
          </p:nvPr>
        </p:nvSpPr>
        <p:spPr>
          <a:xfrm>
            <a:off x="351152" y="2624329"/>
            <a:ext cx="3931200" cy="6048754"/>
          </a:xfrm>
        </p:spPr>
        <p:txBody>
          <a:bodyPr lIns="0" bIns="432000" anchor="ctr" anchorCtr="0"/>
          <a:lstStyle>
            <a:lvl1pPr marL="0" indent="0" algn="ctr">
              <a:buNone/>
              <a:defRPr>
                <a:solidFill>
                  <a:srgbClr val="808080"/>
                </a:solidFill>
              </a:defRPr>
            </a:lvl1pPr>
          </a:lstStyle>
          <a:p>
            <a:r>
              <a:rPr lang="fr-FR"/>
              <a:t>Cliquez sur l'icône pour ajouter une image</a:t>
            </a:r>
          </a:p>
        </p:txBody>
      </p:sp>
      <p:sp>
        <p:nvSpPr>
          <p:cNvPr id="8" name="Content Placeholder 7"/>
          <p:cNvSpPr>
            <a:spLocks noGrp="1"/>
          </p:cNvSpPr>
          <p:nvPr>
            <p:ph sz="quarter" idx="14"/>
          </p:nvPr>
        </p:nvSpPr>
        <p:spPr>
          <a:xfrm>
            <a:off x="4384993" y="2624328"/>
            <a:ext cx="7963218" cy="604875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145195865"/>
      </p:ext>
    </p:extLst>
  </p:cSld>
  <p:clrMapOvr>
    <a:masterClrMapping/>
  </p:clrMapOvr>
  <p:hf sldNum="0" hdr="0" ftr="0"/>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Two Content 1/3 - 2/3" preserve="1" userDrawn="1">
  <p:cSld name="Two Content 1/3 -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9" name="Content Placeholder 8"/>
          <p:cNvSpPr>
            <a:spLocks noGrp="1"/>
          </p:cNvSpPr>
          <p:nvPr>
            <p:ph sz="quarter" idx="13"/>
          </p:nvPr>
        </p:nvSpPr>
        <p:spPr>
          <a:xfrm>
            <a:off x="5189537" y="2624328"/>
            <a:ext cx="7158673"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Content Placeholder 8"/>
          <p:cNvSpPr>
            <a:spLocks noGrp="1"/>
          </p:cNvSpPr>
          <p:nvPr>
            <p:ph sz="quarter" idx="14"/>
          </p:nvPr>
        </p:nvSpPr>
        <p:spPr>
          <a:xfrm>
            <a:off x="351156" y="2624328"/>
            <a:ext cx="4033838"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580802832"/>
      </p:ext>
    </p:extLst>
  </p:cSld>
  <p:clrMapOvr>
    <a:masterClrMapping/>
  </p:clrMapOvr>
  <p:hf sldNum="0" hdr="0" ftr="0"/>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Two Content 2/3 - 1/3" preserve="1" userDrawn="1">
  <p:cSld name="Two Content 2/3 -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9" name="Content Placeholder 8"/>
          <p:cNvSpPr>
            <a:spLocks noGrp="1"/>
          </p:cNvSpPr>
          <p:nvPr>
            <p:ph sz="quarter" idx="13"/>
          </p:nvPr>
        </p:nvSpPr>
        <p:spPr>
          <a:xfrm>
            <a:off x="351154" y="2624328"/>
            <a:ext cx="7259935"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Content Placeholder 8"/>
          <p:cNvSpPr>
            <a:spLocks noGrp="1"/>
          </p:cNvSpPr>
          <p:nvPr>
            <p:ph sz="quarter" idx="14"/>
          </p:nvPr>
        </p:nvSpPr>
        <p:spPr>
          <a:xfrm>
            <a:off x="8416609" y="2624328"/>
            <a:ext cx="3931602" cy="6048756"/>
          </a:xfrm>
        </p:spPr>
        <p:txBody>
          <a:bodyPr/>
          <a:lstStyle>
            <a:lvl1pPr>
              <a:defRPr sz="2240"/>
            </a:lvl1pPr>
            <a:lvl2pPr>
              <a:defRPr sz="2100"/>
            </a:lvl2pPr>
            <a:lvl3pPr>
              <a:defRPr sz="1960"/>
            </a:lvl3pPr>
            <a:lvl4pPr>
              <a:defRPr sz="1820"/>
            </a:lvl4pPr>
            <a:lvl5pPr>
              <a:defRPr sz="168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017502290"/>
      </p:ext>
    </p:extLst>
  </p:cSld>
  <p:clrMapOvr>
    <a:masterClrMapping/>
  </p:clrMapOvr>
  <p:hf sldNum="0" hdr="0" ftr="0"/>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Title and full width Content" preserve="1" userDrawn="1">
  <p:cSld name="Title and full width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
        <p:nvSpPr>
          <p:cNvPr id="5" name="Content Placeholder 4"/>
          <p:cNvSpPr>
            <a:spLocks noGrp="1"/>
          </p:cNvSpPr>
          <p:nvPr>
            <p:ph sz="quarter" idx="12"/>
          </p:nvPr>
        </p:nvSpPr>
        <p:spPr>
          <a:xfrm>
            <a:off x="351153" y="2624326"/>
            <a:ext cx="11997058" cy="60487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24383017"/>
      </p:ext>
    </p:extLst>
  </p:cSld>
  <p:clrMapOvr>
    <a:masterClrMapping/>
  </p:clrMapOvr>
  <p:hf sldNum="0" hdr="0" ftr="0"/>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Key Message" preserve="1" userDrawn="1">
  <p:cSld name="Key Message">
    <p:spTree>
      <p:nvGrpSpPr>
        <p:cNvPr id="1" name=""/>
        <p:cNvGrpSpPr/>
        <p:nvPr/>
      </p:nvGrpSpPr>
      <p:grpSpPr>
        <a:xfrm>
          <a:off x="0" y="0"/>
          <a:ext cx="0" cy="0"/>
          <a:chOff x="0" y="0"/>
          <a:chExt cx="0" cy="0"/>
        </a:xfrm>
      </p:grpSpPr>
      <p:sp>
        <p:nvSpPr>
          <p:cNvPr id="2" name="Title 1"/>
          <p:cNvSpPr>
            <a:spLocks noGrp="1"/>
          </p:cNvSpPr>
          <p:nvPr>
            <p:ph type="title"/>
          </p:nvPr>
        </p:nvSpPr>
        <p:spPr>
          <a:xfrm>
            <a:off x="351156" y="203609"/>
            <a:ext cx="10081260" cy="888374"/>
          </a:xfrm>
        </p:spPr>
        <p:txBody>
          <a:bodyPr>
            <a:noAutofit/>
          </a:bodyPr>
          <a:lstStyle>
            <a:lvl1pPr>
              <a:defRPr>
                <a:solidFill>
                  <a:schemeClr val="tx1"/>
                </a:solidFill>
              </a:defRPr>
            </a:lvl1pPr>
          </a:lstStyle>
          <a:p>
            <a:r>
              <a:rPr lang="fr-FR"/>
              <a:t>Modifiez le style du titre</a:t>
            </a:r>
          </a:p>
        </p:txBody>
      </p:sp>
      <p:sp>
        <p:nvSpPr>
          <p:cNvPr id="6" name="Table Placeholder 5"/>
          <p:cNvSpPr>
            <a:spLocks noGrp="1"/>
          </p:cNvSpPr>
          <p:nvPr>
            <p:ph type="tbl" sz="quarter" idx="12"/>
          </p:nvPr>
        </p:nvSpPr>
        <p:spPr>
          <a:xfrm>
            <a:off x="4485006" y="1720216"/>
            <a:ext cx="7863205" cy="6710172"/>
          </a:xfrm>
        </p:spPr>
        <p:txBody>
          <a:bodyPr bIns="432000" anchor="ctr" anchorCtr="0"/>
          <a:lstStyle>
            <a:lvl1pPr marL="0" indent="0" algn="ctr">
              <a:buNone/>
              <a:defRPr>
                <a:solidFill>
                  <a:srgbClr val="808080"/>
                </a:solidFill>
              </a:defRPr>
            </a:lvl1pPr>
          </a:lstStyle>
          <a:p>
            <a:r>
              <a:rPr lang="fr-FR"/>
              <a:t>Cliquez sur l'icône pour ajouter un tableau</a:t>
            </a:r>
          </a:p>
        </p:txBody>
      </p:sp>
      <p:sp>
        <p:nvSpPr>
          <p:cNvPr id="8" name="Text Placeholder 6"/>
          <p:cNvSpPr>
            <a:spLocks noGrp="1"/>
          </p:cNvSpPr>
          <p:nvPr>
            <p:ph type="body" sz="quarter" idx="13"/>
          </p:nvPr>
        </p:nvSpPr>
        <p:spPr bwMode="ltGray">
          <a:xfrm>
            <a:off x="444499" y="1719298"/>
            <a:ext cx="3831799" cy="834826"/>
          </a:xfrm>
          <a:solidFill>
            <a:schemeClr val="accent1"/>
          </a:solidFill>
        </p:spPr>
        <p:txBody>
          <a:bodyPr lIns="108000" tIns="72000" rIns="108000" bIns="72000" anchor="t" anchorCtr="0">
            <a:spAutoFit/>
          </a:bodyPr>
          <a:lstStyle>
            <a:lvl1pPr marL="0" indent="0">
              <a:spcAft>
                <a:spcPts val="0"/>
              </a:spcAft>
              <a:buNone/>
              <a:defRPr b="1">
                <a:solidFill>
                  <a:srgbClr val="FFFFFF"/>
                </a:solidFill>
              </a:defRPr>
            </a:lvl1pPr>
          </a:lstStyle>
          <a:p>
            <a:pPr lvl="0"/>
            <a:r>
              <a:rPr lang="fr-FR"/>
              <a:t>Cliquez pour modifier les styles du texte du masque</a:t>
            </a:r>
          </a:p>
        </p:txBody>
      </p:sp>
    </p:spTree>
    <p:extLst>
      <p:ext uri="{BB962C8B-B14F-4D97-AF65-F5344CB8AC3E}">
        <p14:creationId xmlns:p14="http://schemas.microsoft.com/office/powerpoint/2010/main" val="4189036768"/>
      </p:ext>
    </p:extLst>
  </p:cSld>
  <p:clrMapOvr>
    <a:masterClrMapping/>
  </p:clrMapOvr>
  <p:hf sldNum="0" hdr="0" ftr="0"/>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3770084965"/>
      </p:ext>
    </p:extLst>
  </p:cSld>
  <p:clrMapOvr>
    <a:masterClrMapping/>
  </p:clrMapOvr>
  <p:hf sldNum="0" hdr="0" ftr="0"/>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Agenda" type="titleOnly" preserve="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1748623763"/>
      </p:ext>
    </p:extLst>
  </p:cSld>
  <p:clrMapOvr>
    <a:masterClrMapping/>
  </p:clrMapOvr>
  <p:hf sldNum="0" hdr="0" ftr="0"/>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3222388"/>
      </p:ext>
    </p:extLst>
  </p:cSld>
  <p:clrMapOvr>
    <a:masterClrMapping/>
  </p:clrMapOvr>
  <p:hf sldNum="0" hdr="0" ftr="0"/>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matchingName="Closing Slide" preserve="1" userDrawn="1">
  <p:cSld name="Closing Slide">
    <p:spTree>
      <p:nvGrpSpPr>
        <p:cNvPr id="1" name=""/>
        <p:cNvGrpSpPr/>
        <p:nvPr/>
      </p:nvGrpSpPr>
      <p:grpSpPr>
        <a:xfrm>
          <a:off x="0" y="0"/>
          <a:ext cx="0" cy="0"/>
          <a:chOff x="0" y="0"/>
          <a:chExt cx="0" cy="0"/>
        </a:xfrm>
      </p:grpSpPr>
      <p:sp>
        <p:nvSpPr>
          <p:cNvPr id="9"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964">
              <a:solidFill>
                <a:srgbClr val="FFFFFF"/>
              </a:solidFill>
              <a:latin typeface="Arial" panose="020B0604020202020204" pitchFamily="34" charset="0"/>
              <a:cs typeface="Arial" panose="020B0604020202020204" pitchFamily="34" charset="0"/>
            </a:endParaRPr>
          </a:p>
        </p:txBody>
      </p:sp>
      <p:sp>
        <p:nvSpPr>
          <p:cNvPr id="10" name="Status"/>
          <p:cNvSpPr txBox="1">
            <a:spLocks/>
          </p:cNvSpPr>
          <p:nvPr userDrawn="1">
            <p:custDataLst>
              <p:tags r:id="rId3"/>
            </p:custDataLst>
          </p:nvPr>
        </p:nvSpPr>
        <p:spPr>
          <a:xfrm>
            <a:off x="11098845" y="2332848"/>
            <a:ext cx="1702756" cy="236988"/>
          </a:xfrm>
          <a:prstGeom prst="rect">
            <a:avLst/>
          </a:prstGeom>
          <a:solidFill>
            <a:srgbClr val="DFDFDF"/>
          </a:solidFill>
        </p:spPr>
        <p:txBody>
          <a:bodyPr wrap="none" lIns="100800" tIns="0" rIns="453600" bIns="0" rtlCol="0" anchor="ctr">
            <a:spAutoFit/>
          </a:bodyPr>
          <a:lstStyle/>
          <a:p>
            <a:pPr algn="r"/>
            <a:r>
              <a:rPr lang="fr-FR" sz="1540" cap="none" baseline="0">
                <a:solidFill>
                  <a:srgbClr val="000000"/>
                </a:solidFill>
                <a:latin typeface="Arial" panose="020B0604020202020204" pitchFamily="34" charset="0"/>
                <a:cs typeface="Arial" panose="020B0604020202020204" pitchFamily="34" charset="0"/>
              </a:rPr>
              <a:t>BROUILLON</a:t>
            </a:r>
          </a:p>
        </p:txBody>
      </p:sp>
      <p:pic>
        <p:nvPicPr>
          <p:cNvPr id="8" name="Image 7">
            <a:extLst>
              <a:ext uri="{FF2B5EF4-FFF2-40B4-BE49-F238E27FC236}">
                <a16:creationId xmlns:a16="http://schemas.microsoft.com/office/drawing/2014/main" id="{440E661E-DDF7-4CCB-BEF0-9539DE44C3C8}"/>
              </a:ext>
            </a:extLst>
          </p:cNvPr>
          <p:cNvPicPr>
            <a:picLocks noChangeAspect="1"/>
          </p:cNvPicPr>
          <p:nvPr userDrawn="1">
            <p:custDataLst>
              <p:tags r:id="rId4"/>
            </p:custDataLst>
          </p:nvPr>
        </p:nvPicPr>
        <p:blipFill>
          <a:blip r:embed="rId6" cstate="print">
            <a:extLst>
              <a:ext uri="{28A0092B-C50C-407E-A947-70E740481C1C}">
                <a14:useLocalDpi xmlns:a14="http://schemas.microsoft.com/office/drawing/2010/main" val="0"/>
              </a:ext>
            </a:extLst>
          </a:blip>
          <a:stretch>
            <a:fillRect/>
          </a:stretch>
        </p:blipFill>
        <p:spPr bwMode="gray">
          <a:xfrm>
            <a:off x="10539270" y="487849"/>
            <a:ext cx="1192198" cy="996337"/>
          </a:xfrm>
          <a:prstGeom prst="rect">
            <a:avLst/>
          </a:prstGeom>
        </p:spPr>
      </p:pic>
    </p:spTree>
    <p:extLst>
      <p:ext uri="{BB962C8B-B14F-4D97-AF65-F5344CB8AC3E}">
        <p14:creationId xmlns:p14="http://schemas.microsoft.com/office/powerpoint/2010/main" val="2483218872"/>
      </p:ext>
    </p:extLst>
  </p:cSld>
  <p:clrMapOvr>
    <a:masterClrMapping/>
  </p:clrMapOvr>
  <p:hf sldNum="0" hdr="0" ftr="0"/>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matchingName="Closing Slide with Image" preserve="1" userDrawn="1">
  <p:cSld name="Closing Slide with Image">
    <p:bg>
      <p:bgPr>
        <a:solidFill>
          <a:schemeClr val="accent4"/>
        </a:solidFill>
        <a:effectLst/>
      </p:bgPr>
    </p:bg>
    <p:spTree>
      <p:nvGrpSpPr>
        <p:cNvPr id="1" name=""/>
        <p:cNvGrpSpPr/>
        <p:nvPr/>
      </p:nvGrpSpPr>
      <p:grpSpPr>
        <a:xfrm>
          <a:off x="0" y="0"/>
          <a:ext cx="0" cy="0"/>
          <a:chOff x="0" y="0"/>
          <a:chExt cx="0" cy="0"/>
        </a:xfrm>
      </p:grpSpPr>
      <p:sp>
        <p:nvSpPr>
          <p:cNvPr id="10" name="EcoBackground" hidden="1"/>
          <p:cNvSpPr/>
          <p:nvPr userDrawn="1">
            <p:custDataLst>
              <p:tags r:id="rId2"/>
            </p:custDataLst>
          </p:nvPr>
        </p:nvSpPr>
        <p:spPr bwMode="white">
          <a:xfrm>
            <a:off x="0" y="0"/>
            <a:ext cx="12801600" cy="9601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964">
              <a:solidFill>
                <a:srgbClr val="FFFFFF"/>
              </a:solidFill>
              <a:latin typeface="Arial" panose="020B0604020202020204" pitchFamily="34" charset="0"/>
              <a:cs typeface="Arial" panose="020B0604020202020204" pitchFamily="34" charset="0"/>
            </a:endParaRPr>
          </a:p>
        </p:txBody>
      </p:sp>
      <p:sp>
        <p:nvSpPr>
          <p:cNvPr id="4" name="Picture Placeholder 4"/>
          <p:cNvSpPr>
            <a:spLocks noGrp="1"/>
          </p:cNvSpPr>
          <p:nvPr>
            <p:ph type="pic" sz="quarter" idx="10"/>
            <p:custDataLst>
              <p:tags r:id="rId3"/>
            </p:custDataLst>
          </p:nvPr>
        </p:nvSpPr>
        <p:spPr>
          <a:xfrm>
            <a:off x="0" y="0"/>
            <a:ext cx="12801600" cy="9601200"/>
          </a:xfrm>
          <a:noFill/>
        </p:spPr>
        <p:txBody>
          <a:bodyPr bIns="432000" anchor="ctr" anchorCtr="0"/>
          <a:lstStyle>
            <a:lvl1pPr marL="0" indent="0" algn="ctr">
              <a:buNone/>
              <a:defRPr>
                <a:solidFill>
                  <a:schemeClr val="bg1"/>
                </a:solidFill>
              </a:defRPr>
            </a:lvl1pPr>
          </a:lstStyle>
          <a:p>
            <a:r>
              <a:rPr lang="fr-FR"/>
              <a:t>Cliquez sur l'icône pour ajouter une image</a:t>
            </a:r>
          </a:p>
        </p:txBody>
      </p:sp>
      <p:sp>
        <p:nvSpPr>
          <p:cNvPr id="6" name="LogoFrame"/>
          <p:cNvSpPr>
            <a:spLocks/>
          </p:cNvSpPr>
          <p:nvPr userDrawn="1">
            <p:custDataLst>
              <p:tags r:id="rId4"/>
            </p:custDataLst>
          </p:nvPr>
        </p:nvSpPr>
        <p:spPr bwMode="white">
          <a:xfrm>
            <a:off x="10070130" y="-12096"/>
            <a:ext cx="2278080" cy="2299009"/>
          </a:xfrm>
          <a:custGeom>
            <a:avLst/>
            <a:gdLst>
              <a:gd name="connsiteX0" fmla="*/ 0 w 4824537"/>
              <a:gd name="connsiteY0" fmla="*/ 0 h 4112861"/>
              <a:gd name="connsiteX1" fmla="*/ 4824537 w 4824537"/>
              <a:gd name="connsiteY1" fmla="*/ 0 h 4112861"/>
              <a:gd name="connsiteX2" fmla="*/ 4824537 w 4824537"/>
              <a:gd name="connsiteY2" fmla="*/ 4112861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64149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 name="connsiteX0" fmla="*/ 0 w 4824537"/>
              <a:gd name="connsiteY0" fmla="*/ 0 h 4112861"/>
              <a:gd name="connsiteX1" fmla="*/ 4824537 w 4824537"/>
              <a:gd name="connsiteY1" fmla="*/ 0 h 4112861"/>
              <a:gd name="connsiteX2" fmla="*/ 4824537 w 4824537"/>
              <a:gd name="connsiteY2" fmla="*/ 3751737 h 4112861"/>
              <a:gd name="connsiteX3" fmla="*/ 0 w 4824537"/>
              <a:gd name="connsiteY3" fmla="*/ 4112861 h 4112861"/>
              <a:gd name="connsiteX4" fmla="*/ 0 w 4824537"/>
              <a:gd name="connsiteY4" fmla="*/ 0 h 411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24537" h="4112861">
                <a:moveTo>
                  <a:pt x="0" y="0"/>
                </a:moveTo>
                <a:lnTo>
                  <a:pt x="4824537" y="0"/>
                </a:lnTo>
                <a:lnTo>
                  <a:pt x="4824537" y="3751737"/>
                </a:lnTo>
                <a:cubicBezTo>
                  <a:pt x="3231541" y="3785819"/>
                  <a:pt x="1634302" y="3906720"/>
                  <a:pt x="0" y="4112861"/>
                </a:cubicBezTo>
                <a:lnTo>
                  <a:pt x="0" y="0"/>
                </a:lnTo>
                <a:close/>
              </a:path>
            </a:pathLst>
          </a:custGeom>
          <a:solidFill>
            <a:srgbClr val="FFFFF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964">
              <a:solidFill>
                <a:schemeClr val="tx1"/>
              </a:solidFill>
            </a:endParaRPr>
          </a:p>
        </p:txBody>
      </p:sp>
      <p:sp>
        <p:nvSpPr>
          <p:cNvPr id="11" name="Status"/>
          <p:cNvSpPr txBox="1">
            <a:spLocks/>
          </p:cNvSpPr>
          <p:nvPr userDrawn="1">
            <p:custDataLst>
              <p:tags r:id="rId5"/>
            </p:custDataLst>
          </p:nvPr>
        </p:nvSpPr>
        <p:spPr bwMode="gray">
          <a:xfrm>
            <a:off x="11098845" y="2332848"/>
            <a:ext cx="1702756" cy="236988"/>
          </a:xfrm>
          <a:prstGeom prst="rect">
            <a:avLst/>
          </a:prstGeom>
          <a:solidFill>
            <a:srgbClr val="DFDFDF"/>
          </a:solidFill>
        </p:spPr>
        <p:txBody>
          <a:bodyPr wrap="none" lIns="100800" tIns="0" rIns="453600" bIns="0" rtlCol="0" anchor="ctr">
            <a:spAutoFit/>
          </a:bodyPr>
          <a:lstStyle/>
          <a:p>
            <a:pPr algn="r"/>
            <a:r>
              <a:rPr lang="fr-FR" sz="1540" cap="none" baseline="0">
                <a:solidFill>
                  <a:srgbClr val="000000"/>
                </a:solidFill>
                <a:latin typeface="Arial" panose="020B0604020202020204" pitchFamily="34" charset="0"/>
                <a:cs typeface="Arial" panose="020B0604020202020204" pitchFamily="34" charset="0"/>
              </a:rPr>
              <a:t>BROUILLON</a:t>
            </a:r>
          </a:p>
        </p:txBody>
      </p:sp>
      <p:pic>
        <p:nvPicPr>
          <p:cNvPr id="12" name="Image 11">
            <a:extLst>
              <a:ext uri="{FF2B5EF4-FFF2-40B4-BE49-F238E27FC236}">
                <a16:creationId xmlns:a16="http://schemas.microsoft.com/office/drawing/2014/main" id="{2CE3B4FC-0E0E-4DD1-BA34-A141D7A7B227}"/>
              </a:ext>
            </a:extLst>
          </p:cNvPr>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bwMode="gray">
          <a:xfrm>
            <a:off x="10539270" y="487849"/>
            <a:ext cx="1192198" cy="996337"/>
          </a:xfrm>
          <a:prstGeom prst="rect">
            <a:avLst/>
          </a:prstGeom>
        </p:spPr>
      </p:pic>
    </p:spTree>
    <p:extLst>
      <p:ext uri="{BB962C8B-B14F-4D97-AF65-F5344CB8AC3E}">
        <p14:creationId xmlns:p14="http://schemas.microsoft.com/office/powerpoint/2010/main" val="3726214434"/>
      </p:ext>
    </p:extLst>
  </p:cSld>
  <p:clrMapOvr>
    <a:masterClrMapping/>
  </p:clrMapOvr>
  <p:hf sldNum="0" hdr="0" ftr="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5.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ags" Target="../tags/tag4.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ags" Target="../tags/tag3.xml"/><Relationship Id="rId40"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tags" Target="../tags/tag54.xml"/><Relationship Id="rId3" Type="http://schemas.openxmlformats.org/officeDocument/2006/relationships/slideLayout" Target="../slideLayouts/slideLayout36.xml"/><Relationship Id="rId21" Type="http://schemas.openxmlformats.org/officeDocument/2006/relationships/tags" Target="../tags/tag57.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theme" Target="../theme/theme2.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tags" Target="../tags/tag56.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image" Target="../media/image1.emf"/><Relationship Id="rId10" Type="http://schemas.openxmlformats.org/officeDocument/2006/relationships/slideLayout" Target="../slideLayouts/slideLayout43.xml"/><Relationship Id="rId19" Type="http://schemas.openxmlformats.org/officeDocument/2006/relationships/tags" Target="../tags/tag55.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tags" Target="../tags/tag58.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21" Type="http://schemas.openxmlformats.org/officeDocument/2006/relationships/slideLayout" Target="../slideLayouts/slideLayout70.xml"/><Relationship Id="rId34" Type="http://schemas.openxmlformats.org/officeDocument/2006/relationships/tags" Target="../tags/tag86.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tags" Target="../tags/tag85.xml"/><Relationship Id="rId38" Type="http://schemas.openxmlformats.org/officeDocument/2006/relationships/image" Target="../media/image1.emf"/><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29" Type="http://schemas.openxmlformats.org/officeDocument/2006/relationships/slideLayout" Target="../slideLayouts/slideLayout78.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theme" Target="../theme/theme3.xml"/><Relationship Id="rId37" Type="http://schemas.openxmlformats.org/officeDocument/2006/relationships/tags" Target="../tags/tag89.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36" Type="http://schemas.openxmlformats.org/officeDocument/2006/relationships/tags" Target="../tags/tag88.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35" Type="http://schemas.openxmlformats.org/officeDocument/2006/relationships/tags" Target="../tags/tag87.xml"/><Relationship Id="rId8" Type="http://schemas.openxmlformats.org/officeDocument/2006/relationships/slideLayout" Target="../slideLayouts/slideLayout57.xml"/><Relationship Id="rId3"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slideLayout" Target="../slideLayouts/slideLayout93.xml"/><Relationship Id="rId18" Type="http://schemas.openxmlformats.org/officeDocument/2006/relationships/slideLayout" Target="../slideLayouts/slideLayout98.xml"/><Relationship Id="rId3" Type="http://schemas.openxmlformats.org/officeDocument/2006/relationships/slideLayout" Target="../slideLayouts/slideLayout83.xml"/><Relationship Id="rId21" Type="http://schemas.openxmlformats.org/officeDocument/2006/relationships/tags" Target="../tags/tag137.xml"/><Relationship Id="rId7" Type="http://schemas.openxmlformats.org/officeDocument/2006/relationships/slideLayout" Target="../slideLayouts/slideLayout87.xml"/><Relationship Id="rId12" Type="http://schemas.openxmlformats.org/officeDocument/2006/relationships/slideLayout" Target="../slideLayouts/slideLayout92.xml"/><Relationship Id="rId17" Type="http://schemas.openxmlformats.org/officeDocument/2006/relationships/slideLayout" Target="../slideLayouts/slideLayout97.xml"/><Relationship Id="rId25" Type="http://schemas.openxmlformats.org/officeDocument/2006/relationships/image" Target="../media/image1.emf"/><Relationship Id="rId2" Type="http://schemas.openxmlformats.org/officeDocument/2006/relationships/slideLayout" Target="../slideLayouts/slideLayout82.xml"/><Relationship Id="rId16" Type="http://schemas.openxmlformats.org/officeDocument/2006/relationships/slideLayout" Target="../slideLayouts/slideLayout96.xml"/><Relationship Id="rId20" Type="http://schemas.openxmlformats.org/officeDocument/2006/relationships/tags" Target="../tags/tag136.xml"/><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24" Type="http://schemas.openxmlformats.org/officeDocument/2006/relationships/tags" Target="../tags/tag140.xml"/><Relationship Id="rId5" Type="http://schemas.openxmlformats.org/officeDocument/2006/relationships/slideLayout" Target="../slideLayouts/slideLayout85.xml"/><Relationship Id="rId15" Type="http://schemas.openxmlformats.org/officeDocument/2006/relationships/slideLayout" Target="../slideLayouts/slideLayout95.xml"/><Relationship Id="rId23" Type="http://schemas.openxmlformats.org/officeDocument/2006/relationships/tags" Target="../tags/tag139.xml"/><Relationship Id="rId10" Type="http://schemas.openxmlformats.org/officeDocument/2006/relationships/slideLayout" Target="../slideLayouts/slideLayout90.xml"/><Relationship Id="rId19" Type="http://schemas.openxmlformats.org/officeDocument/2006/relationships/theme" Target="../theme/theme4.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slideLayout" Target="../slideLayouts/slideLayout94.xml"/><Relationship Id="rId22" Type="http://schemas.openxmlformats.org/officeDocument/2006/relationships/tags" Target="../tags/tag138.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11.xml"/><Relationship Id="rId18" Type="http://schemas.openxmlformats.org/officeDocument/2006/relationships/slideLayout" Target="../slideLayouts/slideLayout116.xml"/><Relationship Id="rId26" Type="http://schemas.openxmlformats.org/officeDocument/2006/relationships/slideLayout" Target="../slideLayouts/slideLayout124.xml"/><Relationship Id="rId3" Type="http://schemas.openxmlformats.org/officeDocument/2006/relationships/slideLayout" Target="../slideLayouts/slideLayout101.xml"/><Relationship Id="rId21" Type="http://schemas.openxmlformats.org/officeDocument/2006/relationships/slideLayout" Target="../slideLayouts/slideLayout119.xml"/><Relationship Id="rId34" Type="http://schemas.openxmlformats.org/officeDocument/2006/relationships/tags" Target="../tags/tag17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17" Type="http://schemas.openxmlformats.org/officeDocument/2006/relationships/slideLayout" Target="../slideLayouts/slideLayout115.xml"/><Relationship Id="rId25" Type="http://schemas.openxmlformats.org/officeDocument/2006/relationships/slideLayout" Target="../slideLayouts/slideLayout123.xml"/><Relationship Id="rId33" Type="http://schemas.openxmlformats.org/officeDocument/2006/relationships/tags" Target="../tags/tag170.xml"/><Relationship Id="rId2" Type="http://schemas.openxmlformats.org/officeDocument/2006/relationships/slideLayout" Target="../slideLayouts/slideLayout100.xml"/><Relationship Id="rId16" Type="http://schemas.openxmlformats.org/officeDocument/2006/relationships/slideLayout" Target="../slideLayouts/slideLayout114.xml"/><Relationship Id="rId20" Type="http://schemas.openxmlformats.org/officeDocument/2006/relationships/slideLayout" Target="../slideLayouts/slideLayout118.xml"/><Relationship Id="rId29" Type="http://schemas.openxmlformats.org/officeDocument/2006/relationships/slideLayout" Target="../slideLayouts/slideLayout127.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24" Type="http://schemas.openxmlformats.org/officeDocument/2006/relationships/slideLayout" Target="../slideLayouts/slideLayout122.xml"/><Relationship Id="rId32" Type="http://schemas.openxmlformats.org/officeDocument/2006/relationships/tags" Target="../tags/tag169.xml"/><Relationship Id="rId5" Type="http://schemas.openxmlformats.org/officeDocument/2006/relationships/slideLayout" Target="../slideLayouts/slideLayout103.xml"/><Relationship Id="rId15" Type="http://schemas.openxmlformats.org/officeDocument/2006/relationships/slideLayout" Target="../slideLayouts/slideLayout113.xml"/><Relationship Id="rId23" Type="http://schemas.openxmlformats.org/officeDocument/2006/relationships/slideLayout" Target="../slideLayouts/slideLayout121.xml"/><Relationship Id="rId28" Type="http://schemas.openxmlformats.org/officeDocument/2006/relationships/slideLayout" Target="../slideLayouts/slideLayout126.xml"/><Relationship Id="rId10" Type="http://schemas.openxmlformats.org/officeDocument/2006/relationships/slideLayout" Target="../slideLayouts/slideLayout108.xml"/><Relationship Id="rId19" Type="http://schemas.openxmlformats.org/officeDocument/2006/relationships/slideLayout" Target="../slideLayouts/slideLayout117.xml"/><Relationship Id="rId31" Type="http://schemas.openxmlformats.org/officeDocument/2006/relationships/tags" Target="../tags/tag16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slideLayout" Target="../slideLayouts/slideLayout112.xml"/><Relationship Id="rId22" Type="http://schemas.openxmlformats.org/officeDocument/2006/relationships/slideLayout" Target="../slideLayouts/slideLayout120.xml"/><Relationship Id="rId27" Type="http://schemas.openxmlformats.org/officeDocument/2006/relationships/slideLayout" Target="../slideLayouts/slideLayout125.xml"/><Relationship Id="rId30" Type="http://schemas.openxmlformats.org/officeDocument/2006/relationships/theme" Target="../theme/theme5.xml"/><Relationship Id="rId35" Type="http://schemas.openxmlformats.org/officeDocument/2006/relationships/image" Target="../media/image1.emf"/><Relationship Id="rId8" Type="http://schemas.openxmlformats.org/officeDocument/2006/relationships/slideLayout" Target="../slideLayouts/slideLayout10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5.xml"/><Relationship Id="rId13" Type="http://schemas.openxmlformats.org/officeDocument/2006/relationships/slideLayout" Target="../slideLayouts/slideLayout140.xml"/><Relationship Id="rId18" Type="http://schemas.openxmlformats.org/officeDocument/2006/relationships/tags" Target="../tags/tag218.xml"/><Relationship Id="rId3" Type="http://schemas.openxmlformats.org/officeDocument/2006/relationships/slideLayout" Target="../slideLayouts/slideLayout130.xml"/><Relationship Id="rId21" Type="http://schemas.openxmlformats.org/officeDocument/2006/relationships/tags" Target="../tags/tag221.xml"/><Relationship Id="rId7" Type="http://schemas.openxmlformats.org/officeDocument/2006/relationships/slideLayout" Target="../slideLayouts/slideLayout134.xml"/><Relationship Id="rId12" Type="http://schemas.openxmlformats.org/officeDocument/2006/relationships/slideLayout" Target="../slideLayouts/slideLayout139.xml"/><Relationship Id="rId17" Type="http://schemas.openxmlformats.org/officeDocument/2006/relationships/theme" Target="../theme/theme6.xml"/><Relationship Id="rId2" Type="http://schemas.openxmlformats.org/officeDocument/2006/relationships/slideLayout" Target="../slideLayouts/slideLayout129.xml"/><Relationship Id="rId16" Type="http://schemas.openxmlformats.org/officeDocument/2006/relationships/slideLayout" Target="../slideLayouts/slideLayout143.xml"/><Relationship Id="rId20" Type="http://schemas.openxmlformats.org/officeDocument/2006/relationships/tags" Target="../tags/tag220.xml"/><Relationship Id="rId1" Type="http://schemas.openxmlformats.org/officeDocument/2006/relationships/slideLayout" Target="../slideLayouts/slideLayout128.xml"/><Relationship Id="rId6" Type="http://schemas.openxmlformats.org/officeDocument/2006/relationships/slideLayout" Target="../slideLayouts/slideLayout133.xml"/><Relationship Id="rId11" Type="http://schemas.openxmlformats.org/officeDocument/2006/relationships/slideLayout" Target="../slideLayouts/slideLayout138.xml"/><Relationship Id="rId5" Type="http://schemas.openxmlformats.org/officeDocument/2006/relationships/slideLayout" Target="../slideLayouts/slideLayout132.xml"/><Relationship Id="rId15" Type="http://schemas.openxmlformats.org/officeDocument/2006/relationships/slideLayout" Target="../slideLayouts/slideLayout142.xml"/><Relationship Id="rId23" Type="http://schemas.openxmlformats.org/officeDocument/2006/relationships/image" Target="../media/image1.emf"/><Relationship Id="rId10" Type="http://schemas.openxmlformats.org/officeDocument/2006/relationships/slideLayout" Target="../slideLayouts/slideLayout137.xml"/><Relationship Id="rId19" Type="http://schemas.openxmlformats.org/officeDocument/2006/relationships/tags" Target="../tags/tag219.xml"/><Relationship Id="rId4" Type="http://schemas.openxmlformats.org/officeDocument/2006/relationships/slideLayout" Target="../slideLayouts/slideLayout131.xml"/><Relationship Id="rId9" Type="http://schemas.openxmlformats.org/officeDocument/2006/relationships/slideLayout" Target="../slideLayouts/slideLayout136.xml"/><Relationship Id="rId14" Type="http://schemas.openxmlformats.org/officeDocument/2006/relationships/slideLayout" Target="../slideLayouts/slideLayout141.xml"/><Relationship Id="rId22" Type="http://schemas.openxmlformats.org/officeDocument/2006/relationships/tags" Target="../tags/tag2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1158" y="203609"/>
            <a:ext cx="10081260" cy="1815310"/>
          </a:xfrm>
          <a:prstGeom prst="rect">
            <a:avLst/>
          </a:prstGeom>
        </p:spPr>
        <p:txBody>
          <a:bodyPr vert="horz" lIns="36000" tIns="36000" rIns="0" bIns="0" rtlCol="0" anchor="t" anchorCtr="0">
            <a:noAutofit/>
          </a:bodyPr>
          <a:lstStyle/>
          <a:p>
            <a:r>
              <a:rPr lang="de-DE" noProof="0" err="1"/>
              <a:t>Modifiez</a:t>
            </a:r>
            <a:r>
              <a:rPr lang="de-DE" noProof="0"/>
              <a:t> le style du </a:t>
            </a:r>
            <a:r>
              <a:rPr lang="de-DE" noProof="0" err="1"/>
              <a:t>titre</a:t>
            </a:r>
            <a:endParaRPr lang="de-DE" noProof="0"/>
          </a:p>
        </p:txBody>
      </p:sp>
      <p:sp>
        <p:nvSpPr>
          <p:cNvPr id="3" name="Text Placeholder 2"/>
          <p:cNvSpPr>
            <a:spLocks noGrp="1"/>
          </p:cNvSpPr>
          <p:nvPr>
            <p:ph type="body" idx="1"/>
          </p:nvPr>
        </p:nvSpPr>
        <p:spPr>
          <a:xfrm>
            <a:off x="351156" y="2624328"/>
            <a:ext cx="8065453" cy="6048756"/>
          </a:xfrm>
          <a:prstGeom prst="rect">
            <a:avLst/>
          </a:prstGeom>
        </p:spPr>
        <p:txBody>
          <a:bodyPr vert="horz" lIns="36000" tIns="0" rIns="0" bIns="0" rtlCol="0">
            <a:noAutofit/>
          </a:bodyPr>
          <a:lstStyle/>
          <a:p>
            <a:pPr lvl="0"/>
            <a:r>
              <a:rPr lang="de-DE" noProof="0" err="1"/>
              <a:t>Modifier</a:t>
            </a:r>
            <a:r>
              <a:rPr lang="de-DE" noProof="0"/>
              <a:t> les </a:t>
            </a:r>
            <a:r>
              <a:rPr lang="de-DE" noProof="0" err="1"/>
              <a:t>styles</a:t>
            </a:r>
            <a:r>
              <a:rPr lang="de-DE" noProof="0"/>
              <a:t> du texte du </a:t>
            </a:r>
            <a:r>
              <a:rPr lang="de-DE" noProof="0" err="1"/>
              <a:t>masque</a:t>
            </a:r>
            <a:endParaRPr lang="de-DE" noProof="0"/>
          </a:p>
          <a:p>
            <a:pPr lvl="1"/>
            <a:r>
              <a:rPr lang="de-DE" noProof="0" err="1"/>
              <a:t>Deuxième</a:t>
            </a:r>
            <a:r>
              <a:rPr lang="de-DE" noProof="0"/>
              <a:t> </a:t>
            </a:r>
            <a:r>
              <a:rPr lang="de-DE" noProof="0" err="1"/>
              <a:t>niveau</a:t>
            </a:r>
            <a:endParaRPr lang="de-DE" noProof="0"/>
          </a:p>
          <a:p>
            <a:pPr lvl="2"/>
            <a:r>
              <a:rPr lang="de-DE" noProof="0" err="1"/>
              <a:t>Troisième</a:t>
            </a:r>
            <a:r>
              <a:rPr lang="de-DE" noProof="0"/>
              <a:t> </a:t>
            </a:r>
            <a:r>
              <a:rPr lang="de-DE" noProof="0" err="1"/>
              <a:t>niveau</a:t>
            </a:r>
            <a:endParaRPr lang="de-DE" noProof="0"/>
          </a:p>
          <a:p>
            <a:pPr lvl="3"/>
            <a:r>
              <a:rPr lang="de-DE" noProof="0" err="1"/>
              <a:t>Quatrième</a:t>
            </a:r>
            <a:r>
              <a:rPr lang="de-DE" noProof="0"/>
              <a:t> </a:t>
            </a:r>
            <a:r>
              <a:rPr lang="de-DE" noProof="0" err="1"/>
              <a:t>niveau</a:t>
            </a:r>
            <a:endParaRPr lang="de-DE" noProof="0"/>
          </a:p>
          <a:p>
            <a:pPr lvl="4"/>
            <a:r>
              <a:rPr lang="de-DE" noProof="0" err="1"/>
              <a:t>Cinquième</a:t>
            </a:r>
            <a:r>
              <a:rPr lang="de-DE" noProof="0"/>
              <a:t> </a:t>
            </a:r>
            <a:r>
              <a:rPr lang="de-DE" noProof="0" err="1"/>
              <a:t>niveau</a:t>
            </a:r>
            <a:endParaRPr lang="de-DE" noProof="0"/>
          </a:p>
        </p:txBody>
      </p:sp>
      <p:sp>
        <p:nvSpPr>
          <p:cNvPr id="12" name="Footnote" hidden="1"/>
          <p:cNvSpPr txBox="1"/>
          <p:nvPr>
            <p:custDataLst>
              <p:tags r:id="rId35"/>
            </p:custDataLst>
          </p:nvPr>
        </p:nvSpPr>
        <p:spPr>
          <a:xfrm>
            <a:off x="351156" y="8794061"/>
            <a:ext cx="8065454" cy="310239"/>
          </a:xfrm>
          <a:prstGeom prst="rect">
            <a:avLst/>
          </a:prstGeom>
          <a:noFill/>
        </p:spPr>
        <p:txBody>
          <a:bodyPr wrap="square" lIns="43200" tIns="0" rIns="0" bIns="0" rtlCol="0">
            <a:noAutofit/>
          </a:bodyPr>
          <a:lstStyle/>
          <a:p>
            <a:endParaRPr lang="de-DE" sz="720" noProof="0">
              <a:latin typeface="Arial" panose="020B0604020202020204" pitchFamily="34" charset="0"/>
              <a:cs typeface="Arial" panose="020B0604020202020204" pitchFamily="34" charset="0"/>
            </a:endParaRPr>
          </a:p>
        </p:txBody>
      </p:sp>
      <p:sp>
        <p:nvSpPr>
          <p:cNvPr id="4" name="AgendaTitleFrame" hidden="1"/>
          <p:cNvSpPr>
            <a:spLocks/>
          </p:cNvSpPr>
          <p:nvPr userDrawn="1">
            <p:custDataLst>
              <p:tags r:id="rId36"/>
            </p:custDataLst>
          </p:nvPr>
        </p:nvSpPr>
        <p:spPr bwMode="gray">
          <a:xfrm>
            <a:off x="10534059" y="-9542"/>
            <a:ext cx="1814602" cy="1046206"/>
          </a:xfrm>
          <a:custGeom>
            <a:avLst/>
            <a:gdLst>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08652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0220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846" h="1800200">
                <a:moveTo>
                  <a:pt x="0" y="0"/>
                </a:moveTo>
                <a:lnTo>
                  <a:pt x="3746846" y="0"/>
                </a:lnTo>
                <a:cubicBezTo>
                  <a:pt x="3746846" y="600067"/>
                  <a:pt x="3740220" y="1233263"/>
                  <a:pt x="3746846" y="1515278"/>
                </a:cubicBezTo>
                <a:cubicBezTo>
                  <a:pt x="2544280" y="1530739"/>
                  <a:pt x="1255575" y="1665470"/>
                  <a:pt x="0" y="1800200"/>
                </a:cubicBezTo>
                <a:lnTo>
                  <a:pt x="0" y="0"/>
                </a:lnTo>
                <a:close/>
              </a:path>
            </a:pathLst>
          </a:cu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960" b="1">
              <a:solidFill>
                <a:srgbClr val="000000"/>
              </a:solidFill>
              <a:latin typeface="Arial" panose="020B0604020202020204" pitchFamily="34" charset="0"/>
              <a:cs typeface="Arial" panose="020B0604020202020204" pitchFamily="34" charset="0"/>
            </a:endParaRPr>
          </a:p>
        </p:txBody>
      </p:sp>
      <p:sp>
        <p:nvSpPr>
          <p:cNvPr id="13" name="Status" hidden="1"/>
          <p:cNvSpPr txBox="1">
            <a:spLocks/>
          </p:cNvSpPr>
          <p:nvPr userDrawn="1">
            <p:custDataLst>
              <p:tags r:id="rId37"/>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de-DE" sz="1322" cap="none" baseline="0">
              <a:solidFill>
                <a:srgbClr val="000000"/>
              </a:solidFill>
              <a:latin typeface="Arial" panose="020B0604020202020204" pitchFamily="34" charset="0"/>
              <a:cs typeface="Arial" panose="020B0604020202020204" pitchFamily="34" charset="0"/>
            </a:endParaRPr>
          </a:p>
        </p:txBody>
      </p:sp>
      <p:sp>
        <p:nvSpPr>
          <p:cNvPr id="6" name="Footer"/>
          <p:cNvSpPr txBox="1">
            <a:spLocks/>
          </p:cNvSpPr>
          <p:nvPr userDrawn="1">
            <p:custDataLst>
              <p:tags r:id="rId38"/>
            </p:custDataLst>
          </p:nvPr>
        </p:nvSpPr>
        <p:spPr>
          <a:xfrm>
            <a:off x="351156" y="9034671"/>
            <a:ext cx="8065453" cy="390202"/>
          </a:xfrm>
          <a:prstGeom prst="rect">
            <a:avLst/>
          </a:prstGeom>
          <a:noFill/>
        </p:spPr>
        <p:txBody>
          <a:bodyPr wrap="square" lIns="0" tIns="0" rIns="0" bIns="0" rtlCol="0" anchor="ctr" anchorCtr="0">
            <a:noAutofit/>
          </a:bodyPr>
          <a:lstStyle/>
          <a:p>
            <a:fld id="{C33C15CF-7522-4338-8AA1-9D679EA300CB}" type="slidenum">
              <a:rPr lang="de-DE" sz="1200" smtClean="0">
                <a:solidFill>
                  <a:srgbClr val="808080"/>
                </a:solidFill>
                <a:latin typeface="Arial" panose="020B0604020202020204" pitchFamily="34" charset="0"/>
                <a:cs typeface="Arial" panose="020B0604020202020204" pitchFamily="34" charset="0"/>
              </a:rPr>
              <a:t>‹N°›</a:t>
            </a:fld>
            <a:r>
              <a:rPr lang="de-DE" sz="1200">
                <a:solidFill>
                  <a:srgbClr val="808080"/>
                </a:solidFill>
                <a:latin typeface="Arial" panose="020B0604020202020204" pitchFamily="34" charset="0"/>
                <a:cs typeface="Arial" panose="020B0604020202020204" pitchFamily="34" charset="0"/>
              </a:rPr>
              <a:t> |</a:t>
            </a:r>
            <a:r>
              <a:rPr lang="de-DE" sz="841">
                <a:solidFill>
                  <a:srgbClr val="808080"/>
                </a:solidFill>
                <a:latin typeface="Arial" panose="020B0604020202020204" pitchFamily="34" charset="0"/>
                <a:cs typeface="Arial" panose="020B0604020202020204" pitchFamily="34" charset="0"/>
              </a:rPr>
              <a:t> Alignement SL 2027</a:t>
            </a:r>
          </a:p>
        </p:txBody>
      </p:sp>
      <p:pic>
        <p:nvPicPr>
          <p:cNvPr id="5" name="Image 4"/>
          <p:cNvPicPr>
            <a:picLocks noChangeAspect="1"/>
          </p:cNvPicPr>
          <p:nvPr userDrawn="1">
            <p:custDataLst>
              <p:tags r:id="rId39"/>
            </p:custDataLst>
          </p:nvPr>
        </p:nvPicPr>
        <p:blipFill>
          <a:blip r:embed="rId40" cstate="print">
            <a:extLst>
              <a:ext uri="{28A0092B-C50C-407E-A947-70E740481C1C}">
                <a14:useLocalDpi xmlns:a14="http://schemas.microsoft.com/office/drawing/2010/main" val="0"/>
              </a:ext>
            </a:extLst>
          </a:blip>
          <a:stretch>
            <a:fillRect/>
          </a:stretch>
        </p:blipFill>
        <p:spPr bwMode="gray">
          <a:xfrm>
            <a:off x="11776333" y="8823148"/>
            <a:ext cx="561877" cy="470364"/>
          </a:xfrm>
          <a:prstGeom prst="rect">
            <a:avLst/>
          </a:prstGeom>
        </p:spPr>
      </p:pic>
      <p:sp>
        <p:nvSpPr>
          <p:cNvPr id="7" name="ZoneTexte 6"/>
          <p:cNvSpPr txBox="1"/>
          <p:nvPr>
            <p:extLst>
              <p:ext uri="{1162E1C5-73C7-4A58-AE30-91384D911F3F}">
                <p184:classification xmlns:p184="http://schemas.microsoft.com/office/powerpoint/2018/4/main" val="ftr"/>
              </p:ext>
            </p:extLst>
          </p:nvPr>
        </p:nvSpPr>
        <p:spPr>
          <a:xfrm>
            <a:off x="6081561" y="9298942"/>
            <a:ext cx="668417" cy="154017"/>
          </a:xfrm>
          <a:prstGeom prst="rect">
            <a:avLst/>
          </a:prstGeom>
        </p:spPr>
        <p:txBody>
          <a:bodyPr horzOverflow="overflow" lIns="0" tIns="0" rIns="0" bIns="0">
            <a:spAutoFit/>
          </a:bodyPr>
          <a:lstStyle/>
          <a:p>
            <a:pPr algn="l"/>
            <a:r>
              <a:rPr lang="fr-FR" sz="1001">
                <a:solidFill>
                  <a:srgbClr val="000000"/>
                </a:solidFill>
                <a:latin typeface="Calibri" panose="020F0502020204030204" pitchFamily="34" charset="0"/>
                <a:ea typeface="Calibri" panose="020F0502020204030204" pitchFamily="34" charset="0"/>
                <a:cs typeface="Calibri" panose="020F0502020204030204" pitchFamily="34" charset="0"/>
              </a:rPr>
              <a:t>C1 - Interne</a:t>
            </a:r>
          </a:p>
        </p:txBody>
      </p:sp>
    </p:spTree>
    <p:extLst>
      <p:ext uri="{BB962C8B-B14F-4D97-AF65-F5344CB8AC3E}">
        <p14:creationId xmlns:p14="http://schemas.microsoft.com/office/powerpoint/2010/main" val="3412504564"/>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88" r:id="rId17"/>
    <p:sldLayoutId id="2147483795" r:id="rId18"/>
    <p:sldLayoutId id="2147483796" r:id="rId19"/>
    <p:sldLayoutId id="2147483797" r:id="rId20"/>
    <p:sldLayoutId id="2147483798" r:id="rId21"/>
    <p:sldLayoutId id="2147483799" r:id="rId22"/>
    <p:sldLayoutId id="2147483800" r:id="rId23"/>
    <p:sldLayoutId id="2147483801" r:id="rId24"/>
    <p:sldLayoutId id="2147483802" r:id="rId25"/>
    <p:sldLayoutId id="2147483803" r:id="rId26"/>
    <p:sldLayoutId id="2147483804" r:id="rId27"/>
    <p:sldLayoutId id="2147483805" r:id="rId28"/>
    <p:sldLayoutId id="2147483806" r:id="rId29"/>
    <p:sldLayoutId id="2147483807" r:id="rId30"/>
    <p:sldLayoutId id="2147483808" r:id="rId31"/>
    <p:sldLayoutId id="2147483861" r:id="rId32"/>
    <p:sldLayoutId id="2147483862" r:id="rId33"/>
  </p:sldLayoutIdLst>
  <p:hf hdr="0" ftr="0"/>
  <p:txStyles>
    <p:titleStyle>
      <a:lvl1pPr algn="l" defTabSz="1097265" rtl="0" eaLnBrk="1" latinLnBrk="0" hangingPunct="1">
        <a:spcBef>
          <a:spcPct val="0"/>
        </a:spcBef>
        <a:buNone/>
        <a:defRPr sz="3840" kern="1200">
          <a:solidFill>
            <a:schemeClr val="tx2"/>
          </a:solidFill>
          <a:latin typeface="Times New Roman" panose="02020603050405020304" pitchFamily="18" charset="0"/>
          <a:ea typeface="+mj-ea"/>
          <a:cs typeface="Times New Roman" panose="02020603050405020304" pitchFamily="18" charset="0"/>
        </a:defRPr>
      </a:lvl1pPr>
    </p:titleStyle>
    <p:bodyStyle>
      <a:lvl1pPr marL="215998" indent="-215998" algn="l" defTabSz="1097265" rtl="0" eaLnBrk="1" latinLnBrk="0" hangingPunct="1">
        <a:lnSpc>
          <a:spcPct val="100000"/>
        </a:lnSpc>
        <a:spcBef>
          <a:spcPts val="0"/>
        </a:spcBef>
        <a:spcAft>
          <a:spcPts val="960"/>
        </a:spcAft>
        <a:buClr>
          <a:srgbClr val="D82034"/>
        </a:buClr>
        <a:buFont typeface="Arial" panose="020B0604020202020204" pitchFamily="34" charset="0"/>
        <a:buChar char="•"/>
        <a:defRPr sz="1919" kern="1200">
          <a:solidFill>
            <a:schemeClr val="tx1"/>
          </a:solidFill>
          <a:latin typeface="Arial" panose="020B0604020202020204" pitchFamily="34" charset="0"/>
          <a:ea typeface="+mn-ea"/>
          <a:cs typeface="Arial" panose="020B0604020202020204" pitchFamily="34" charset="0"/>
        </a:defRPr>
      </a:lvl1pPr>
      <a:lvl2pPr marL="475195" indent="-215998" algn="l" defTabSz="1097265" rtl="0" eaLnBrk="1" latinLnBrk="0" hangingPunct="1">
        <a:lnSpc>
          <a:spcPct val="100000"/>
        </a:lnSpc>
        <a:spcBef>
          <a:spcPts val="0"/>
        </a:spcBef>
        <a:spcAft>
          <a:spcPts val="720"/>
        </a:spcAft>
        <a:buClr>
          <a:srgbClr val="D82034"/>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647991" indent="-215998" algn="l" defTabSz="1097265" rtl="0" eaLnBrk="1" latinLnBrk="0" hangingPunct="1">
        <a:lnSpc>
          <a:spcPct val="100000"/>
        </a:lnSpc>
        <a:spcBef>
          <a:spcPts val="0"/>
        </a:spcBef>
        <a:spcAft>
          <a:spcPts val="720"/>
        </a:spcAft>
        <a:buClr>
          <a:srgbClr val="D82034"/>
        </a:buClr>
        <a:buFont typeface="Arial" panose="020B0604020202020204" pitchFamily="34" charset="0"/>
        <a:buChar char="•"/>
        <a:defRPr sz="1680" kern="1200">
          <a:solidFill>
            <a:schemeClr val="tx1"/>
          </a:solidFill>
          <a:latin typeface="Arial" panose="020B0604020202020204" pitchFamily="34" charset="0"/>
          <a:ea typeface="+mn-ea"/>
          <a:cs typeface="Arial" panose="020B0604020202020204" pitchFamily="34" charset="0"/>
        </a:defRPr>
      </a:lvl3pPr>
      <a:lvl4pPr marL="862956" indent="-215264" algn="l" defTabSz="1097265" rtl="0" eaLnBrk="1" latinLnBrk="0" hangingPunct="1">
        <a:lnSpc>
          <a:spcPct val="100000"/>
        </a:lnSpc>
        <a:spcBef>
          <a:spcPts val="0"/>
        </a:spcBef>
        <a:spcAft>
          <a:spcPts val="720"/>
        </a:spcAft>
        <a:buClr>
          <a:srgbClr val="D82034"/>
        </a:buClr>
        <a:buFont typeface="Arial" panose="020B0604020202020204" pitchFamily="34" charset="0"/>
        <a:buChar char="–"/>
        <a:defRPr sz="1561" kern="1200">
          <a:solidFill>
            <a:schemeClr val="tx1"/>
          </a:solidFill>
          <a:latin typeface="Arial" panose="020B0604020202020204" pitchFamily="34" charset="0"/>
          <a:ea typeface="+mn-ea"/>
          <a:cs typeface="Arial" panose="020B0604020202020204" pitchFamily="34" charset="0"/>
        </a:defRPr>
      </a:lvl4pPr>
      <a:lvl5pPr marL="1071346" indent="-215264" algn="l" defTabSz="1291574" rtl="0" eaLnBrk="1" latinLnBrk="0" hangingPunct="1">
        <a:lnSpc>
          <a:spcPct val="100000"/>
        </a:lnSpc>
        <a:spcBef>
          <a:spcPts val="0"/>
        </a:spcBef>
        <a:spcAft>
          <a:spcPts val="720"/>
        </a:spcAft>
        <a:buClr>
          <a:srgbClr val="D82034"/>
        </a:buClr>
        <a:buFont typeface="Arial" panose="020B0604020202020204" pitchFamily="34" charset="0"/>
        <a:buChar char="•"/>
        <a:tabLst/>
        <a:defRPr sz="1441" kern="1200">
          <a:solidFill>
            <a:schemeClr val="tx1"/>
          </a:solidFill>
          <a:latin typeface="Arial" panose="020B0604020202020204" pitchFamily="34" charset="0"/>
          <a:ea typeface="+mn-ea"/>
          <a:cs typeface="Arial" panose="020B0604020202020204" pitchFamily="34" charset="0"/>
        </a:defRPr>
      </a:lvl5pPr>
      <a:lvl6pPr marL="1287343" indent="-215998" algn="l" defTabSz="1097265" rtl="0" eaLnBrk="1" latinLnBrk="0" hangingPunct="1">
        <a:spcBef>
          <a:spcPts val="0"/>
        </a:spcBef>
        <a:spcAft>
          <a:spcPts val="720"/>
        </a:spcAft>
        <a:buClr>
          <a:srgbClr val="D82034"/>
        </a:buClr>
        <a:buFont typeface="Arial" panose="020B0604020202020204" pitchFamily="34" charset="0"/>
        <a:buChar char="–"/>
        <a:defRPr sz="1441" kern="1200">
          <a:solidFill>
            <a:schemeClr val="tx1"/>
          </a:solidFill>
          <a:latin typeface="+mn-lt"/>
          <a:ea typeface="+mn-ea"/>
          <a:cs typeface="+mn-cs"/>
        </a:defRPr>
      </a:lvl6pPr>
      <a:lvl7pPr marL="1473101" indent="-215998" algn="l" defTabSz="1097265" rtl="0" eaLnBrk="1" latinLnBrk="0" hangingPunct="1">
        <a:spcBef>
          <a:spcPts val="0"/>
        </a:spcBef>
        <a:spcAft>
          <a:spcPts val="720"/>
        </a:spcAft>
        <a:buClr>
          <a:srgbClr val="D82034"/>
        </a:buClr>
        <a:buFont typeface="Arial" panose="020B0604020202020204" pitchFamily="34" charset="0"/>
        <a:buChar char="•"/>
        <a:defRPr sz="1441" kern="1200">
          <a:solidFill>
            <a:schemeClr val="tx1"/>
          </a:solidFill>
          <a:latin typeface="+mn-lt"/>
          <a:ea typeface="+mn-ea"/>
          <a:cs typeface="+mn-cs"/>
        </a:defRPr>
      </a:lvl7pPr>
      <a:lvl8pPr marL="1697739" indent="-215998" algn="l" defTabSz="1097265" rtl="0" eaLnBrk="1" latinLnBrk="0" hangingPunct="1">
        <a:spcBef>
          <a:spcPts val="0"/>
        </a:spcBef>
        <a:spcAft>
          <a:spcPts val="720"/>
        </a:spcAft>
        <a:buClr>
          <a:srgbClr val="D82034"/>
        </a:buClr>
        <a:buFont typeface="Arial" panose="020B0604020202020204" pitchFamily="34" charset="0"/>
        <a:buChar char="–"/>
        <a:defRPr sz="1441" kern="1200">
          <a:solidFill>
            <a:schemeClr val="tx1"/>
          </a:solidFill>
          <a:latin typeface="+mn-lt"/>
          <a:ea typeface="+mn-ea"/>
          <a:cs typeface="+mn-cs"/>
        </a:defRPr>
      </a:lvl8pPr>
      <a:lvl9pPr marL="1922376" indent="-215998" algn="l" defTabSz="1097265" rtl="0" eaLnBrk="1" latinLnBrk="0" hangingPunct="1">
        <a:spcBef>
          <a:spcPts val="0"/>
        </a:spcBef>
        <a:spcAft>
          <a:spcPts val="720"/>
        </a:spcAft>
        <a:buClr>
          <a:srgbClr val="D82034"/>
        </a:buClr>
        <a:buFont typeface="Arial" panose="020B0604020202020204" pitchFamily="34" charset="0"/>
        <a:buChar char="•"/>
        <a:defRPr sz="1441" kern="1200">
          <a:solidFill>
            <a:schemeClr val="tx1"/>
          </a:solidFill>
          <a:latin typeface="+mn-lt"/>
          <a:ea typeface="+mn-ea"/>
          <a:cs typeface="+mn-cs"/>
        </a:defRPr>
      </a:lvl9pPr>
    </p:bodyStyle>
    <p:otherStyle>
      <a:defPPr>
        <a:defRPr lang="en-US"/>
      </a:defPPr>
      <a:lvl1pPr marL="0" algn="l" defTabSz="1097265" rtl="0" eaLnBrk="1" latinLnBrk="0" hangingPunct="1">
        <a:defRPr sz="2160" kern="1200">
          <a:solidFill>
            <a:schemeClr val="tx1"/>
          </a:solidFill>
          <a:latin typeface="+mn-lt"/>
          <a:ea typeface="+mn-ea"/>
          <a:cs typeface="+mn-cs"/>
        </a:defRPr>
      </a:lvl1pPr>
      <a:lvl2pPr marL="548633" algn="l" defTabSz="1097265" rtl="0" eaLnBrk="1" latinLnBrk="0" hangingPunct="1">
        <a:defRPr sz="2160" kern="1200">
          <a:solidFill>
            <a:schemeClr val="tx1"/>
          </a:solidFill>
          <a:latin typeface="+mn-lt"/>
          <a:ea typeface="+mn-ea"/>
          <a:cs typeface="+mn-cs"/>
        </a:defRPr>
      </a:lvl2pPr>
      <a:lvl3pPr marL="1097265" algn="l" defTabSz="1097265" rtl="0" eaLnBrk="1" latinLnBrk="0" hangingPunct="1">
        <a:defRPr sz="2160" kern="1200">
          <a:solidFill>
            <a:schemeClr val="tx1"/>
          </a:solidFill>
          <a:latin typeface="+mn-lt"/>
          <a:ea typeface="+mn-ea"/>
          <a:cs typeface="+mn-cs"/>
        </a:defRPr>
      </a:lvl3pPr>
      <a:lvl4pPr marL="1645900" algn="l" defTabSz="1097265" rtl="0" eaLnBrk="1" latinLnBrk="0" hangingPunct="1">
        <a:defRPr sz="2160" kern="1200">
          <a:solidFill>
            <a:schemeClr val="tx1"/>
          </a:solidFill>
          <a:latin typeface="+mn-lt"/>
          <a:ea typeface="+mn-ea"/>
          <a:cs typeface="+mn-cs"/>
        </a:defRPr>
      </a:lvl4pPr>
      <a:lvl5pPr marL="2194532" algn="l" defTabSz="1097265" rtl="0" eaLnBrk="1" latinLnBrk="0" hangingPunct="1">
        <a:defRPr sz="2160" kern="1200">
          <a:solidFill>
            <a:schemeClr val="tx1"/>
          </a:solidFill>
          <a:latin typeface="+mn-lt"/>
          <a:ea typeface="+mn-ea"/>
          <a:cs typeface="+mn-cs"/>
        </a:defRPr>
      </a:lvl5pPr>
      <a:lvl6pPr marL="2743166" algn="l" defTabSz="1097265" rtl="0" eaLnBrk="1" latinLnBrk="0" hangingPunct="1">
        <a:defRPr sz="2160" kern="1200">
          <a:solidFill>
            <a:schemeClr val="tx1"/>
          </a:solidFill>
          <a:latin typeface="+mn-lt"/>
          <a:ea typeface="+mn-ea"/>
          <a:cs typeface="+mn-cs"/>
        </a:defRPr>
      </a:lvl6pPr>
      <a:lvl7pPr marL="3291799" algn="l" defTabSz="1097265" rtl="0" eaLnBrk="1" latinLnBrk="0" hangingPunct="1">
        <a:defRPr sz="2160" kern="1200">
          <a:solidFill>
            <a:schemeClr val="tx1"/>
          </a:solidFill>
          <a:latin typeface="+mn-lt"/>
          <a:ea typeface="+mn-ea"/>
          <a:cs typeface="+mn-cs"/>
        </a:defRPr>
      </a:lvl7pPr>
      <a:lvl8pPr marL="3840432" algn="l" defTabSz="1097265" rtl="0" eaLnBrk="1" latinLnBrk="0" hangingPunct="1">
        <a:defRPr sz="2160" kern="1200">
          <a:solidFill>
            <a:schemeClr val="tx1"/>
          </a:solidFill>
          <a:latin typeface="+mn-lt"/>
          <a:ea typeface="+mn-ea"/>
          <a:cs typeface="+mn-cs"/>
        </a:defRPr>
      </a:lvl8pPr>
      <a:lvl9pPr marL="4389064" algn="l" defTabSz="1097265"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65" userDrawn="1">
          <p15:clr>
            <a:srgbClr val="F26B43"/>
          </p15:clr>
        </p15:guide>
        <p15:guide id="2" pos="3976" userDrawn="1">
          <p15:clr>
            <a:srgbClr val="F26B43"/>
          </p15:clr>
        </p15:guide>
        <p15:guide id="3" pos="4977" userDrawn="1">
          <p15:clr>
            <a:srgbClr val="F26B43"/>
          </p15:clr>
        </p15:guide>
        <p15:guide id="4" pos="5834" userDrawn="1">
          <p15:clr>
            <a:srgbClr val="F26B43"/>
          </p15:clr>
        </p15:guide>
        <p15:guide id="5" orient="horz" pos="1378" userDrawn="1">
          <p15:clr>
            <a:srgbClr val="F26B43"/>
          </p15:clr>
        </p15:guide>
        <p15:guide id="6" orient="horz" pos="4553" userDrawn="1">
          <p15:clr>
            <a:srgbClr val="F26B43"/>
          </p15:clr>
        </p15:guide>
        <p15:guide id="7" orient="horz" pos="10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1158" y="203609"/>
            <a:ext cx="10081260" cy="1815310"/>
          </a:xfrm>
          <a:prstGeom prst="rect">
            <a:avLst/>
          </a:prstGeom>
        </p:spPr>
        <p:txBody>
          <a:bodyPr vert="horz" lIns="36000" tIns="36000" rIns="0" bIns="0" rtlCol="0" anchor="t" anchorCtr="0">
            <a:noAutofit/>
          </a:bodyPr>
          <a:lstStyle/>
          <a:p>
            <a:r>
              <a:rPr lang="fr-FR" noProof="0"/>
              <a:t>Modifiez le style du titre</a:t>
            </a:r>
          </a:p>
        </p:txBody>
      </p:sp>
      <p:sp>
        <p:nvSpPr>
          <p:cNvPr id="3" name="Text Placeholder 2"/>
          <p:cNvSpPr>
            <a:spLocks noGrp="1"/>
          </p:cNvSpPr>
          <p:nvPr>
            <p:ph type="body" idx="1"/>
          </p:nvPr>
        </p:nvSpPr>
        <p:spPr>
          <a:xfrm>
            <a:off x="351156" y="2624328"/>
            <a:ext cx="8065453" cy="6048756"/>
          </a:xfrm>
          <a:prstGeom prst="rect">
            <a:avLst/>
          </a:prstGeom>
        </p:spPr>
        <p:txBody>
          <a:bodyPr vert="horz" lIns="36000" tIns="0" rIns="0" bIns="0" rtlCol="0">
            <a:no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2" name="Footnote" hidden="1"/>
          <p:cNvSpPr txBox="1"/>
          <p:nvPr>
            <p:custDataLst>
              <p:tags r:id="rId18"/>
            </p:custDataLst>
          </p:nvPr>
        </p:nvSpPr>
        <p:spPr>
          <a:xfrm>
            <a:off x="351156" y="8794061"/>
            <a:ext cx="8065454" cy="310239"/>
          </a:xfrm>
          <a:prstGeom prst="rect">
            <a:avLst/>
          </a:prstGeom>
          <a:noFill/>
        </p:spPr>
        <p:txBody>
          <a:bodyPr wrap="square" lIns="43200" tIns="0" rIns="0" bIns="0" rtlCol="0">
            <a:noAutofit/>
          </a:bodyPr>
          <a:lstStyle/>
          <a:p>
            <a:endParaRPr lang="fr-FR" sz="720" noProof="0">
              <a:latin typeface="Arial" panose="020B0604020202020204" pitchFamily="34" charset="0"/>
              <a:cs typeface="Arial" panose="020B0604020202020204" pitchFamily="34" charset="0"/>
            </a:endParaRPr>
          </a:p>
        </p:txBody>
      </p:sp>
      <p:sp>
        <p:nvSpPr>
          <p:cNvPr id="4" name="AgendaTitleFrame" hidden="1"/>
          <p:cNvSpPr>
            <a:spLocks/>
          </p:cNvSpPr>
          <p:nvPr userDrawn="1">
            <p:custDataLst>
              <p:tags r:id="rId19"/>
            </p:custDataLst>
          </p:nvPr>
        </p:nvSpPr>
        <p:spPr bwMode="gray">
          <a:xfrm>
            <a:off x="10534059" y="-9542"/>
            <a:ext cx="1814602" cy="1046206"/>
          </a:xfrm>
          <a:custGeom>
            <a:avLst/>
            <a:gdLst>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08652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0220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846" h="1800200">
                <a:moveTo>
                  <a:pt x="0" y="0"/>
                </a:moveTo>
                <a:lnTo>
                  <a:pt x="3746846" y="0"/>
                </a:lnTo>
                <a:cubicBezTo>
                  <a:pt x="3746846" y="600067"/>
                  <a:pt x="3740220" y="1233263"/>
                  <a:pt x="3746846" y="1515278"/>
                </a:cubicBezTo>
                <a:cubicBezTo>
                  <a:pt x="2544280" y="1530739"/>
                  <a:pt x="1255575" y="1665470"/>
                  <a:pt x="0" y="1800200"/>
                </a:cubicBezTo>
                <a:lnTo>
                  <a:pt x="0" y="0"/>
                </a:ln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60" b="1">
              <a:solidFill>
                <a:srgbClr val="000000"/>
              </a:solidFill>
              <a:latin typeface="Arial" panose="020B0604020202020204" pitchFamily="34" charset="0"/>
              <a:cs typeface="Arial" panose="020B0604020202020204" pitchFamily="34" charset="0"/>
            </a:endParaRPr>
          </a:p>
        </p:txBody>
      </p:sp>
      <p:sp>
        <p:nvSpPr>
          <p:cNvPr id="13" name="Status" hidden="1"/>
          <p:cNvSpPr txBox="1">
            <a:spLocks/>
          </p:cNvSpPr>
          <p:nvPr userDrawn="1">
            <p:custDataLst>
              <p:tags r:id="rId20"/>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sp>
        <p:nvSpPr>
          <p:cNvPr id="6" name="Footer"/>
          <p:cNvSpPr txBox="1">
            <a:spLocks/>
          </p:cNvSpPr>
          <p:nvPr userDrawn="1">
            <p:custDataLst>
              <p:tags r:id="rId21"/>
            </p:custDataLst>
          </p:nvPr>
        </p:nvSpPr>
        <p:spPr>
          <a:xfrm>
            <a:off x="351156" y="9034671"/>
            <a:ext cx="8065453" cy="390202"/>
          </a:xfrm>
          <a:prstGeom prst="rect">
            <a:avLst/>
          </a:prstGeom>
          <a:noFill/>
        </p:spPr>
        <p:txBody>
          <a:bodyPr wrap="square" lIns="0" tIns="0" rIns="0" bIns="0" rtlCol="0" anchor="ctr" anchorCtr="0">
            <a:noAutofit/>
          </a:bodyPr>
          <a:lstStyle/>
          <a:p>
            <a:fld id="{9F1C7746-5D3D-4011-B9E1-50A0967768CC}" type="slidenum">
              <a:rPr lang="fr-FR" sz="1200" smtClean="0">
                <a:solidFill>
                  <a:srgbClr val="808080"/>
                </a:solidFill>
                <a:latin typeface="Arial" panose="020B0604020202020204" pitchFamily="34" charset="0"/>
                <a:cs typeface="Arial" panose="020B0604020202020204" pitchFamily="34" charset="0"/>
              </a:rPr>
              <a:t>‹N°›</a:t>
            </a:fld>
            <a:r>
              <a:rPr lang="en-US" sz="1200">
                <a:solidFill>
                  <a:srgbClr val="808080"/>
                </a:solidFill>
                <a:latin typeface="Arial" panose="020B0604020202020204" pitchFamily="34" charset="0"/>
                <a:cs typeface="Arial" panose="020B0604020202020204" pitchFamily="34" charset="0"/>
              </a:rPr>
              <a:t> |</a:t>
            </a:r>
            <a:r>
              <a:rPr lang="en-US" sz="841">
                <a:solidFill>
                  <a:srgbClr val="808080"/>
                </a:solidFill>
                <a:latin typeface="Arial" panose="020B0604020202020204" pitchFamily="34" charset="0"/>
                <a:cs typeface="Arial" panose="020B0604020202020204" pitchFamily="34" charset="0"/>
              </a:rPr>
              <a:t> Kick-off BR Transfo / IT | Confidentiel | Business Review Transformation / IT | 17.03.2023</a:t>
            </a:r>
            <a:endParaRPr lang="fr-FR" sz="841">
              <a:solidFill>
                <a:srgbClr val="808080"/>
              </a:solidFill>
              <a:latin typeface="Arial" panose="020B0604020202020204" pitchFamily="34" charset="0"/>
              <a:cs typeface="Arial" panose="020B0604020202020204" pitchFamily="34" charset="0"/>
            </a:endParaRPr>
          </a:p>
        </p:txBody>
      </p:sp>
      <p:pic>
        <p:nvPicPr>
          <p:cNvPr id="9" name="Image 8">
            <a:extLst>
              <a:ext uri="{FF2B5EF4-FFF2-40B4-BE49-F238E27FC236}">
                <a16:creationId xmlns:a16="http://schemas.microsoft.com/office/drawing/2014/main" id="{C085FDC7-5AAE-3637-80D4-DB1428780768}"/>
              </a:ext>
            </a:extLst>
          </p:cNvPr>
          <p:cNvPicPr>
            <a:picLocks noChangeAspect="1"/>
          </p:cNvPicPr>
          <p:nvPr userDrawn="1">
            <p:custDataLst>
              <p:tags r:id="rId22"/>
            </p:custDataLst>
          </p:nvPr>
        </p:nvPicPr>
        <p:blipFill>
          <a:blip r:embed="rId23" cstate="print">
            <a:extLst>
              <a:ext uri="{28A0092B-C50C-407E-A947-70E740481C1C}">
                <a14:useLocalDpi xmlns:a14="http://schemas.microsoft.com/office/drawing/2010/main" val="0"/>
              </a:ext>
            </a:extLst>
          </a:blip>
          <a:stretch>
            <a:fillRect/>
          </a:stretch>
        </p:blipFill>
        <p:spPr bwMode="gray">
          <a:xfrm>
            <a:off x="11776333" y="8823149"/>
            <a:ext cx="561877" cy="469568"/>
          </a:xfrm>
          <a:prstGeom prst="rect">
            <a:avLst/>
          </a:prstGeom>
        </p:spPr>
      </p:pic>
      <p:sp>
        <p:nvSpPr>
          <p:cNvPr id="14" name="ZoneTexte 13">
            <a:extLst>
              <a:ext uri="{FF2B5EF4-FFF2-40B4-BE49-F238E27FC236}">
                <a16:creationId xmlns:a16="http://schemas.microsoft.com/office/drawing/2014/main" id="{05E484CD-F976-F51A-0604-A17B486A276A}"/>
              </a:ext>
            </a:extLst>
          </p:cNvPr>
          <p:cNvSpPr txBox="1"/>
          <p:nvPr>
            <p:extLst>
              <p:ext uri="{1162E1C5-73C7-4A58-AE30-91384D911F3F}">
                <p184:classification xmlns:p184="http://schemas.microsoft.com/office/powerpoint/2018/4/main" val="ftr"/>
              </p:ext>
            </p:extLst>
          </p:nvPr>
        </p:nvSpPr>
        <p:spPr>
          <a:xfrm>
            <a:off x="6081561" y="9298942"/>
            <a:ext cx="668417" cy="154017"/>
          </a:xfrm>
          <a:prstGeom prst="rect">
            <a:avLst/>
          </a:prstGeom>
        </p:spPr>
        <p:txBody>
          <a:bodyPr horzOverflow="overflow" lIns="0" tIns="0" rIns="0" bIns="0">
            <a:spAutoFit/>
          </a:bodyPr>
          <a:lstStyle/>
          <a:p>
            <a:pPr algn="l"/>
            <a:r>
              <a:rPr lang="fr-FR" sz="1001">
                <a:solidFill>
                  <a:srgbClr val="000000"/>
                </a:solidFill>
                <a:latin typeface="Calibri" panose="020F0502020204030204" pitchFamily="34" charset="0"/>
                <a:ea typeface="Calibri" panose="020F0502020204030204" pitchFamily="34" charset="0"/>
                <a:cs typeface="Calibri" panose="020F0502020204030204" pitchFamily="34" charset="0"/>
              </a:rPr>
              <a:t>C1 - Interne</a:t>
            </a:r>
          </a:p>
        </p:txBody>
      </p:sp>
    </p:spTree>
    <p:extLst>
      <p:ext uri="{BB962C8B-B14F-4D97-AF65-F5344CB8AC3E}">
        <p14:creationId xmlns:p14="http://schemas.microsoft.com/office/powerpoint/2010/main" val="2622464615"/>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 id="2147483826" r:id="rId14"/>
    <p:sldLayoutId id="2147483827" r:id="rId15"/>
    <p:sldLayoutId id="2147483828" r:id="rId16"/>
  </p:sldLayoutIdLst>
  <p:hf hdr="0" ftr="0"/>
  <p:txStyles>
    <p:titleStyle>
      <a:lvl1pPr algn="l" defTabSz="1097265" rtl="0" eaLnBrk="1" latinLnBrk="0" hangingPunct="1">
        <a:spcBef>
          <a:spcPct val="0"/>
        </a:spcBef>
        <a:buNone/>
        <a:defRPr sz="384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15998" indent="-215998" algn="l" defTabSz="1097265" rtl="0" eaLnBrk="1" latinLnBrk="0" hangingPunct="1">
        <a:lnSpc>
          <a:spcPct val="100000"/>
        </a:lnSpc>
        <a:spcBef>
          <a:spcPts val="0"/>
        </a:spcBef>
        <a:spcAft>
          <a:spcPts val="960"/>
        </a:spcAft>
        <a:buClr>
          <a:srgbClr val="D82034"/>
        </a:buClr>
        <a:buFont typeface="Arial" panose="020B0604020202020204" pitchFamily="34" charset="0"/>
        <a:buChar char="•"/>
        <a:defRPr sz="1919" kern="1200">
          <a:solidFill>
            <a:schemeClr val="tx1"/>
          </a:solidFill>
          <a:latin typeface="Arial" panose="020B0604020202020204" pitchFamily="34" charset="0"/>
          <a:ea typeface="+mn-ea"/>
          <a:cs typeface="Arial" panose="020B0604020202020204" pitchFamily="34" charset="0"/>
        </a:defRPr>
      </a:lvl1pPr>
      <a:lvl2pPr marL="475195" indent="-215998" algn="l" defTabSz="1097265" rtl="0" eaLnBrk="1" latinLnBrk="0" hangingPunct="1">
        <a:lnSpc>
          <a:spcPct val="100000"/>
        </a:lnSpc>
        <a:spcBef>
          <a:spcPts val="0"/>
        </a:spcBef>
        <a:spcAft>
          <a:spcPts val="720"/>
        </a:spcAft>
        <a:buClr>
          <a:srgbClr val="D82034"/>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647991" indent="-215998" algn="l" defTabSz="1097265" rtl="0" eaLnBrk="1" latinLnBrk="0" hangingPunct="1">
        <a:lnSpc>
          <a:spcPct val="100000"/>
        </a:lnSpc>
        <a:spcBef>
          <a:spcPts val="0"/>
        </a:spcBef>
        <a:spcAft>
          <a:spcPts val="720"/>
        </a:spcAft>
        <a:buClr>
          <a:srgbClr val="D82034"/>
        </a:buClr>
        <a:buFont typeface="Arial" panose="020B0604020202020204" pitchFamily="34" charset="0"/>
        <a:buChar char="•"/>
        <a:defRPr sz="1680" kern="1200">
          <a:solidFill>
            <a:schemeClr val="tx1"/>
          </a:solidFill>
          <a:latin typeface="Arial" panose="020B0604020202020204" pitchFamily="34" charset="0"/>
          <a:ea typeface="+mn-ea"/>
          <a:cs typeface="Arial" panose="020B0604020202020204" pitchFamily="34" charset="0"/>
        </a:defRPr>
      </a:lvl3pPr>
      <a:lvl4pPr marL="862956" indent="-215264" algn="l" defTabSz="1097265" rtl="0" eaLnBrk="1" latinLnBrk="0" hangingPunct="1">
        <a:lnSpc>
          <a:spcPct val="100000"/>
        </a:lnSpc>
        <a:spcBef>
          <a:spcPts val="0"/>
        </a:spcBef>
        <a:spcAft>
          <a:spcPts val="720"/>
        </a:spcAft>
        <a:buClr>
          <a:srgbClr val="D82034"/>
        </a:buClr>
        <a:buFont typeface="Arial" panose="020B0604020202020204" pitchFamily="34" charset="0"/>
        <a:buChar char="–"/>
        <a:defRPr sz="1561" kern="1200">
          <a:solidFill>
            <a:schemeClr val="tx1"/>
          </a:solidFill>
          <a:latin typeface="Arial" panose="020B0604020202020204" pitchFamily="34" charset="0"/>
          <a:ea typeface="+mn-ea"/>
          <a:cs typeface="Arial" panose="020B0604020202020204" pitchFamily="34" charset="0"/>
        </a:defRPr>
      </a:lvl4pPr>
      <a:lvl5pPr marL="1071346" indent="-215264" algn="l" defTabSz="1291574" rtl="0" eaLnBrk="1" latinLnBrk="0" hangingPunct="1">
        <a:lnSpc>
          <a:spcPct val="100000"/>
        </a:lnSpc>
        <a:spcBef>
          <a:spcPts val="0"/>
        </a:spcBef>
        <a:spcAft>
          <a:spcPts val="720"/>
        </a:spcAft>
        <a:buClr>
          <a:srgbClr val="D82034"/>
        </a:buClr>
        <a:buFont typeface="Arial" panose="020B0604020202020204" pitchFamily="34" charset="0"/>
        <a:buChar char="•"/>
        <a:tabLst/>
        <a:defRPr sz="1441" kern="1200">
          <a:solidFill>
            <a:schemeClr val="tx1"/>
          </a:solidFill>
          <a:latin typeface="Arial" panose="020B0604020202020204" pitchFamily="34" charset="0"/>
          <a:ea typeface="+mn-ea"/>
          <a:cs typeface="Arial" panose="020B0604020202020204" pitchFamily="34" charset="0"/>
        </a:defRPr>
      </a:lvl5pPr>
      <a:lvl6pPr marL="1287343" indent="-215998" algn="l" defTabSz="1097265" rtl="0" eaLnBrk="1" latinLnBrk="0" hangingPunct="1">
        <a:spcBef>
          <a:spcPts val="0"/>
        </a:spcBef>
        <a:spcAft>
          <a:spcPts val="720"/>
        </a:spcAft>
        <a:buClr>
          <a:srgbClr val="D82034"/>
        </a:buClr>
        <a:buFont typeface="Arial" panose="020B0604020202020204" pitchFamily="34" charset="0"/>
        <a:buChar char="–"/>
        <a:defRPr sz="1441" kern="1200">
          <a:solidFill>
            <a:schemeClr val="tx1"/>
          </a:solidFill>
          <a:latin typeface="+mn-lt"/>
          <a:ea typeface="+mn-ea"/>
          <a:cs typeface="+mn-cs"/>
        </a:defRPr>
      </a:lvl6pPr>
      <a:lvl7pPr marL="1473101" indent="-215998" algn="l" defTabSz="1097265" rtl="0" eaLnBrk="1" latinLnBrk="0" hangingPunct="1">
        <a:spcBef>
          <a:spcPts val="0"/>
        </a:spcBef>
        <a:spcAft>
          <a:spcPts val="720"/>
        </a:spcAft>
        <a:buClr>
          <a:srgbClr val="D82034"/>
        </a:buClr>
        <a:buFont typeface="Arial" panose="020B0604020202020204" pitchFamily="34" charset="0"/>
        <a:buChar char="•"/>
        <a:defRPr sz="1441" kern="1200">
          <a:solidFill>
            <a:schemeClr val="tx1"/>
          </a:solidFill>
          <a:latin typeface="+mn-lt"/>
          <a:ea typeface="+mn-ea"/>
          <a:cs typeface="+mn-cs"/>
        </a:defRPr>
      </a:lvl7pPr>
      <a:lvl8pPr marL="1697739" indent="-215998" algn="l" defTabSz="1097265" rtl="0" eaLnBrk="1" latinLnBrk="0" hangingPunct="1">
        <a:spcBef>
          <a:spcPts val="0"/>
        </a:spcBef>
        <a:spcAft>
          <a:spcPts val="720"/>
        </a:spcAft>
        <a:buClr>
          <a:srgbClr val="D82034"/>
        </a:buClr>
        <a:buFont typeface="Arial" panose="020B0604020202020204" pitchFamily="34" charset="0"/>
        <a:buChar char="–"/>
        <a:defRPr sz="1441" kern="1200">
          <a:solidFill>
            <a:schemeClr val="tx1"/>
          </a:solidFill>
          <a:latin typeface="+mn-lt"/>
          <a:ea typeface="+mn-ea"/>
          <a:cs typeface="+mn-cs"/>
        </a:defRPr>
      </a:lvl8pPr>
      <a:lvl9pPr marL="1922376" indent="-215998" algn="l" defTabSz="1097265" rtl="0" eaLnBrk="1" latinLnBrk="0" hangingPunct="1">
        <a:spcBef>
          <a:spcPts val="0"/>
        </a:spcBef>
        <a:spcAft>
          <a:spcPts val="720"/>
        </a:spcAft>
        <a:buClr>
          <a:srgbClr val="D82034"/>
        </a:buClr>
        <a:buFont typeface="Arial" panose="020B0604020202020204" pitchFamily="34" charset="0"/>
        <a:buChar char="•"/>
        <a:defRPr sz="1441" kern="1200">
          <a:solidFill>
            <a:schemeClr val="tx1"/>
          </a:solidFill>
          <a:latin typeface="+mn-lt"/>
          <a:ea typeface="+mn-ea"/>
          <a:cs typeface="+mn-cs"/>
        </a:defRPr>
      </a:lvl9pPr>
    </p:bodyStyle>
    <p:otherStyle>
      <a:defPPr>
        <a:defRPr lang="en-US"/>
      </a:defPPr>
      <a:lvl1pPr marL="0" algn="l" defTabSz="1097265" rtl="0" eaLnBrk="1" latinLnBrk="0" hangingPunct="1">
        <a:defRPr sz="2160" kern="1200">
          <a:solidFill>
            <a:schemeClr val="tx1"/>
          </a:solidFill>
          <a:latin typeface="+mn-lt"/>
          <a:ea typeface="+mn-ea"/>
          <a:cs typeface="+mn-cs"/>
        </a:defRPr>
      </a:lvl1pPr>
      <a:lvl2pPr marL="548633" algn="l" defTabSz="1097265" rtl="0" eaLnBrk="1" latinLnBrk="0" hangingPunct="1">
        <a:defRPr sz="2160" kern="1200">
          <a:solidFill>
            <a:schemeClr val="tx1"/>
          </a:solidFill>
          <a:latin typeface="+mn-lt"/>
          <a:ea typeface="+mn-ea"/>
          <a:cs typeface="+mn-cs"/>
        </a:defRPr>
      </a:lvl2pPr>
      <a:lvl3pPr marL="1097265" algn="l" defTabSz="1097265" rtl="0" eaLnBrk="1" latinLnBrk="0" hangingPunct="1">
        <a:defRPr sz="2160" kern="1200">
          <a:solidFill>
            <a:schemeClr val="tx1"/>
          </a:solidFill>
          <a:latin typeface="+mn-lt"/>
          <a:ea typeface="+mn-ea"/>
          <a:cs typeface="+mn-cs"/>
        </a:defRPr>
      </a:lvl3pPr>
      <a:lvl4pPr marL="1645900" algn="l" defTabSz="1097265" rtl="0" eaLnBrk="1" latinLnBrk="0" hangingPunct="1">
        <a:defRPr sz="2160" kern="1200">
          <a:solidFill>
            <a:schemeClr val="tx1"/>
          </a:solidFill>
          <a:latin typeface="+mn-lt"/>
          <a:ea typeface="+mn-ea"/>
          <a:cs typeface="+mn-cs"/>
        </a:defRPr>
      </a:lvl4pPr>
      <a:lvl5pPr marL="2194532" algn="l" defTabSz="1097265" rtl="0" eaLnBrk="1" latinLnBrk="0" hangingPunct="1">
        <a:defRPr sz="2160" kern="1200">
          <a:solidFill>
            <a:schemeClr val="tx1"/>
          </a:solidFill>
          <a:latin typeface="+mn-lt"/>
          <a:ea typeface="+mn-ea"/>
          <a:cs typeface="+mn-cs"/>
        </a:defRPr>
      </a:lvl5pPr>
      <a:lvl6pPr marL="2743166" algn="l" defTabSz="1097265" rtl="0" eaLnBrk="1" latinLnBrk="0" hangingPunct="1">
        <a:defRPr sz="2160" kern="1200">
          <a:solidFill>
            <a:schemeClr val="tx1"/>
          </a:solidFill>
          <a:latin typeface="+mn-lt"/>
          <a:ea typeface="+mn-ea"/>
          <a:cs typeface="+mn-cs"/>
        </a:defRPr>
      </a:lvl6pPr>
      <a:lvl7pPr marL="3291799" algn="l" defTabSz="1097265" rtl="0" eaLnBrk="1" latinLnBrk="0" hangingPunct="1">
        <a:defRPr sz="2160" kern="1200">
          <a:solidFill>
            <a:schemeClr val="tx1"/>
          </a:solidFill>
          <a:latin typeface="+mn-lt"/>
          <a:ea typeface="+mn-ea"/>
          <a:cs typeface="+mn-cs"/>
        </a:defRPr>
      </a:lvl7pPr>
      <a:lvl8pPr marL="3840432" algn="l" defTabSz="1097265" rtl="0" eaLnBrk="1" latinLnBrk="0" hangingPunct="1">
        <a:defRPr sz="2160" kern="1200">
          <a:solidFill>
            <a:schemeClr val="tx1"/>
          </a:solidFill>
          <a:latin typeface="+mn-lt"/>
          <a:ea typeface="+mn-ea"/>
          <a:cs typeface="+mn-cs"/>
        </a:defRPr>
      </a:lvl8pPr>
      <a:lvl9pPr marL="4389064" algn="l" defTabSz="1097265"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65" userDrawn="1">
          <p15:clr>
            <a:srgbClr val="F26B43"/>
          </p15:clr>
        </p15:guide>
        <p15:guide id="2" pos="3976" userDrawn="1">
          <p15:clr>
            <a:srgbClr val="F26B43"/>
          </p15:clr>
        </p15:guide>
        <p15:guide id="3" pos="4977" userDrawn="1">
          <p15:clr>
            <a:srgbClr val="F26B43"/>
          </p15:clr>
        </p15:guide>
        <p15:guide id="4" pos="5834" userDrawn="1">
          <p15:clr>
            <a:srgbClr val="F26B43"/>
          </p15:clr>
        </p15:guide>
        <p15:guide id="5" orient="horz" pos="1378" userDrawn="1">
          <p15:clr>
            <a:srgbClr val="F26B43"/>
          </p15:clr>
        </p15:guide>
        <p15:guide id="6" orient="horz" pos="4553" userDrawn="1">
          <p15:clr>
            <a:srgbClr val="F26B43"/>
          </p15:clr>
        </p15:guide>
        <p15:guide id="7" orient="horz" pos="106"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1158" y="203609"/>
            <a:ext cx="10081260" cy="1815310"/>
          </a:xfrm>
          <a:prstGeom prst="rect">
            <a:avLst/>
          </a:prstGeom>
        </p:spPr>
        <p:txBody>
          <a:bodyPr vert="horz" lIns="36000" tIns="36000" rIns="0" bIns="0" rtlCol="0" anchor="t" anchorCtr="0">
            <a:noAutofit/>
          </a:bodyPr>
          <a:lstStyle/>
          <a:p>
            <a:r>
              <a:rPr lang="de-DE" noProof="0" err="1"/>
              <a:t>Modifiez</a:t>
            </a:r>
            <a:r>
              <a:rPr lang="de-DE" noProof="0"/>
              <a:t> le style du </a:t>
            </a:r>
            <a:r>
              <a:rPr lang="de-DE" noProof="0" err="1"/>
              <a:t>titre</a:t>
            </a:r>
            <a:endParaRPr lang="de-DE" noProof="0"/>
          </a:p>
        </p:txBody>
      </p:sp>
      <p:sp>
        <p:nvSpPr>
          <p:cNvPr id="3" name="Text Placeholder 2"/>
          <p:cNvSpPr>
            <a:spLocks noGrp="1"/>
          </p:cNvSpPr>
          <p:nvPr>
            <p:ph type="body" idx="1"/>
          </p:nvPr>
        </p:nvSpPr>
        <p:spPr>
          <a:xfrm>
            <a:off x="351156" y="2624328"/>
            <a:ext cx="8065453" cy="6048756"/>
          </a:xfrm>
          <a:prstGeom prst="rect">
            <a:avLst/>
          </a:prstGeom>
        </p:spPr>
        <p:txBody>
          <a:bodyPr vert="horz" lIns="36000" tIns="0" rIns="0" bIns="0" rtlCol="0">
            <a:noAutofit/>
          </a:bodyPr>
          <a:lstStyle/>
          <a:p>
            <a:pPr lvl="0"/>
            <a:r>
              <a:rPr lang="de-DE" noProof="0" err="1"/>
              <a:t>Modifier</a:t>
            </a:r>
            <a:r>
              <a:rPr lang="de-DE" noProof="0"/>
              <a:t> les </a:t>
            </a:r>
            <a:r>
              <a:rPr lang="de-DE" noProof="0" err="1"/>
              <a:t>styles</a:t>
            </a:r>
            <a:r>
              <a:rPr lang="de-DE" noProof="0"/>
              <a:t> du texte du </a:t>
            </a:r>
            <a:r>
              <a:rPr lang="de-DE" noProof="0" err="1"/>
              <a:t>masque</a:t>
            </a:r>
            <a:endParaRPr lang="de-DE" noProof="0"/>
          </a:p>
          <a:p>
            <a:pPr lvl="1"/>
            <a:r>
              <a:rPr lang="de-DE" noProof="0" err="1"/>
              <a:t>Deuxième</a:t>
            </a:r>
            <a:r>
              <a:rPr lang="de-DE" noProof="0"/>
              <a:t> </a:t>
            </a:r>
            <a:r>
              <a:rPr lang="de-DE" noProof="0" err="1"/>
              <a:t>niveau</a:t>
            </a:r>
            <a:endParaRPr lang="de-DE" noProof="0"/>
          </a:p>
          <a:p>
            <a:pPr lvl="2"/>
            <a:r>
              <a:rPr lang="de-DE" noProof="0" err="1"/>
              <a:t>Troisième</a:t>
            </a:r>
            <a:r>
              <a:rPr lang="de-DE" noProof="0"/>
              <a:t> </a:t>
            </a:r>
            <a:r>
              <a:rPr lang="de-DE" noProof="0" err="1"/>
              <a:t>niveau</a:t>
            </a:r>
            <a:endParaRPr lang="de-DE" noProof="0"/>
          </a:p>
          <a:p>
            <a:pPr lvl="3"/>
            <a:r>
              <a:rPr lang="de-DE" noProof="0" err="1"/>
              <a:t>Quatrième</a:t>
            </a:r>
            <a:r>
              <a:rPr lang="de-DE" noProof="0"/>
              <a:t> </a:t>
            </a:r>
            <a:r>
              <a:rPr lang="de-DE" noProof="0" err="1"/>
              <a:t>niveau</a:t>
            </a:r>
            <a:endParaRPr lang="de-DE" noProof="0"/>
          </a:p>
          <a:p>
            <a:pPr lvl="4"/>
            <a:r>
              <a:rPr lang="de-DE" noProof="0" err="1"/>
              <a:t>Cinquième</a:t>
            </a:r>
            <a:r>
              <a:rPr lang="de-DE" noProof="0"/>
              <a:t> </a:t>
            </a:r>
            <a:r>
              <a:rPr lang="de-DE" noProof="0" err="1"/>
              <a:t>niveau</a:t>
            </a:r>
            <a:endParaRPr lang="de-DE" noProof="0"/>
          </a:p>
        </p:txBody>
      </p:sp>
      <p:sp>
        <p:nvSpPr>
          <p:cNvPr id="12" name="Footnote" hidden="1"/>
          <p:cNvSpPr txBox="1"/>
          <p:nvPr>
            <p:custDataLst>
              <p:tags r:id="rId33"/>
            </p:custDataLst>
          </p:nvPr>
        </p:nvSpPr>
        <p:spPr>
          <a:xfrm>
            <a:off x="351157" y="8794063"/>
            <a:ext cx="8065454" cy="310239"/>
          </a:xfrm>
          <a:prstGeom prst="rect">
            <a:avLst/>
          </a:prstGeom>
          <a:noFill/>
        </p:spPr>
        <p:txBody>
          <a:bodyPr wrap="square" lIns="38879" tIns="0" rIns="0" bIns="0" rtlCol="0">
            <a:noAutofit/>
          </a:bodyPr>
          <a:lstStyle/>
          <a:p>
            <a:endParaRPr lang="de-DE" sz="648" noProof="0">
              <a:latin typeface="Arial" panose="020B0604020202020204" pitchFamily="34" charset="0"/>
              <a:cs typeface="Arial" panose="020B0604020202020204" pitchFamily="34" charset="0"/>
            </a:endParaRPr>
          </a:p>
        </p:txBody>
      </p:sp>
      <p:sp>
        <p:nvSpPr>
          <p:cNvPr id="4" name="AgendaTitleFrame" hidden="1"/>
          <p:cNvSpPr>
            <a:spLocks/>
          </p:cNvSpPr>
          <p:nvPr userDrawn="1">
            <p:custDataLst>
              <p:tags r:id="rId34"/>
            </p:custDataLst>
          </p:nvPr>
        </p:nvSpPr>
        <p:spPr bwMode="gray">
          <a:xfrm>
            <a:off x="10534059" y="-9542"/>
            <a:ext cx="1814602" cy="1046206"/>
          </a:xfrm>
          <a:custGeom>
            <a:avLst/>
            <a:gdLst>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08652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0220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846" h="1800200">
                <a:moveTo>
                  <a:pt x="0" y="0"/>
                </a:moveTo>
                <a:lnTo>
                  <a:pt x="3746846" y="0"/>
                </a:lnTo>
                <a:cubicBezTo>
                  <a:pt x="3746846" y="600067"/>
                  <a:pt x="3740220" y="1233263"/>
                  <a:pt x="3746846" y="1515278"/>
                </a:cubicBezTo>
                <a:cubicBezTo>
                  <a:pt x="2544280" y="1530739"/>
                  <a:pt x="1255575" y="1665470"/>
                  <a:pt x="0" y="1800200"/>
                </a:cubicBezTo>
                <a:lnTo>
                  <a:pt x="0" y="0"/>
                </a:lnTo>
                <a:close/>
              </a:path>
            </a:pathLst>
          </a:cu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62" b="1">
              <a:solidFill>
                <a:srgbClr val="000000"/>
              </a:solidFill>
              <a:latin typeface="Arial" panose="020B0604020202020204" pitchFamily="34" charset="0"/>
              <a:cs typeface="Arial" panose="020B0604020202020204" pitchFamily="34" charset="0"/>
            </a:endParaRPr>
          </a:p>
        </p:txBody>
      </p:sp>
      <p:sp>
        <p:nvSpPr>
          <p:cNvPr id="13" name="Status" hidden="1"/>
          <p:cNvSpPr txBox="1">
            <a:spLocks/>
          </p:cNvSpPr>
          <p:nvPr userDrawn="1">
            <p:custDataLst>
              <p:tags r:id="rId35"/>
            </p:custDataLst>
          </p:nvPr>
        </p:nvSpPr>
        <p:spPr bwMode="gray">
          <a:xfrm>
            <a:off x="12369684" y="2359846"/>
            <a:ext cx="431921" cy="182999"/>
          </a:xfrm>
          <a:prstGeom prst="rect">
            <a:avLst/>
          </a:prstGeom>
          <a:solidFill>
            <a:srgbClr val="DFDFDF"/>
          </a:solidFill>
        </p:spPr>
        <p:txBody>
          <a:bodyPr wrap="none" lIns="77760" tIns="0" rIns="349920" bIns="0" rtlCol="0" anchor="ctr">
            <a:spAutoFit/>
          </a:bodyPr>
          <a:lstStyle/>
          <a:p>
            <a:pPr algn="r"/>
            <a:endParaRPr lang="de-DE" sz="1189" cap="none" baseline="0">
              <a:solidFill>
                <a:srgbClr val="000000"/>
              </a:solidFill>
              <a:latin typeface="Arial" panose="020B0604020202020204" pitchFamily="34" charset="0"/>
              <a:cs typeface="Arial" panose="020B0604020202020204" pitchFamily="34" charset="0"/>
            </a:endParaRPr>
          </a:p>
        </p:txBody>
      </p:sp>
      <p:sp>
        <p:nvSpPr>
          <p:cNvPr id="6" name="Footer"/>
          <p:cNvSpPr txBox="1">
            <a:spLocks/>
          </p:cNvSpPr>
          <p:nvPr userDrawn="1">
            <p:custDataLst>
              <p:tags r:id="rId36"/>
            </p:custDataLst>
          </p:nvPr>
        </p:nvSpPr>
        <p:spPr>
          <a:xfrm>
            <a:off x="351156" y="9034671"/>
            <a:ext cx="8065453" cy="390202"/>
          </a:xfrm>
          <a:prstGeom prst="rect">
            <a:avLst/>
          </a:prstGeom>
          <a:noFill/>
        </p:spPr>
        <p:txBody>
          <a:bodyPr wrap="square" lIns="0" tIns="0" rIns="0" bIns="0" rtlCol="0" anchor="ctr" anchorCtr="0">
            <a:noAutofit/>
          </a:bodyPr>
          <a:lstStyle/>
          <a:p>
            <a:fld id="{C33C15CF-7522-4338-8AA1-9D679EA300CB}" type="slidenum">
              <a:rPr lang="de-DE" sz="1081" smtClean="0">
                <a:solidFill>
                  <a:srgbClr val="808080"/>
                </a:solidFill>
                <a:latin typeface="Arial" panose="020B0604020202020204" pitchFamily="34" charset="0"/>
                <a:cs typeface="Arial" panose="020B0604020202020204" pitchFamily="34" charset="0"/>
              </a:rPr>
              <a:t>‹N°›</a:t>
            </a:fld>
            <a:r>
              <a:rPr lang="de-DE" sz="1081">
                <a:solidFill>
                  <a:srgbClr val="808080"/>
                </a:solidFill>
                <a:latin typeface="Arial" panose="020B0604020202020204" pitchFamily="34" charset="0"/>
                <a:cs typeface="Arial" panose="020B0604020202020204" pitchFamily="34" charset="0"/>
              </a:rPr>
              <a:t> |</a:t>
            </a:r>
            <a:r>
              <a:rPr lang="de-DE" sz="756">
                <a:solidFill>
                  <a:srgbClr val="808080"/>
                </a:solidFill>
                <a:latin typeface="Arial" panose="020B0604020202020204" pitchFamily="34" charset="0"/>
                <a:cs typeface="Arial" panose="020B0604020202020204" pitchFamily="34" charset="0"/>
              </a:rPr>
              <a:t> Alignement SL 2027</a:t>
            </a:r>
          </a:p>
        </p:txBody>
      </p:sp>
      <p:pic>
        <p:nvPicPr>
          <p:cNvPr id="5" name="Image 4"/>
          <p:cNvPicPr>
            <a:picLocks noChangeAspect="1"/>
          </p:cNvPicPr>
          <p:nvPr userDrawn="1">
            <p:custDataLst>
              <p:tags r:id="rId37"/>
            </p:custDataLst>
          </p:nvPr>
        </p:nvPicPr>
        <p:blipFill>
          <a:blip r:embed="rId38" cstate="print">
            <a:extLst>
              <a:ext uri="{28A0092B-C50C-407E-A947-70E740481C1C}">
                <a14:useLocalDpi xmlns:a14="http://schemas.microsoft.com/office/drawing/2010/main" val="0"/>
              </a:ext>
            </a:extLst>
          </a:blip>
          <a:stretch>
            <a:fillRect/>
          </a:stretch>
        </p:blipFill>
        <p:spPr bwMode="gray">
          <a:xfrm>
            <a:off x="11776336" y="8823148"/>
            <a:ext cx="561877" cy="470364"/>
          </a:xfrm>
          <a:prstGeom prst="rect">
            <a:avLst/>
          </a:prstGeom>
        </p:spPr>
      </p:pic>
      <p:sp>
        <p:nvSpPr>
          <p:cNvPr id="7" name="ZoneTexte 6"/>
          <p:cNvSpPr txBox="1"/>
          <p:nvPr>
            <p:extLst>
              <p:ext uri="{1162E1C5-73C7-4A58-AE30-91384D911F3F}">
                <p184:classification xmlns:p184="http://schemas.microsoft.com/office/powerpoint/2018/4/main" val="ftr"/>
              </p:ext>
            </p:extLst>
          </p:nvPr>
        </p:nvSpPr>
        <p:spPr>
          <a:xfrm>
            <a:off x="5950749" y="9298942"/>
            <a:ext cx="930116" cy="138499"/>
          </a:xfrm>
          <a:prstGeom prst="rect">
            <a:avLst/>
          </a:prstGeom>
        </p:spPr>
        <p:txBody>
          <a:bodyPr horzOverflow="overflow" lIns="0" tIns="0" rIns="0" bIns="0">
            <a:spAutoFit/>
          </a:bodyPr>
          <a:lstStyle/>
          <a:p>
            <a:pPr algn="l"/>
            <a:r>
              <a:rPr lang="fr-FR" sz="900">
                <a:solidFill>
                  <a:srgbClr val="000000"/>
                </a:solidFill>
                <a:latin typeface="Calibri" panose="020F0502020204030204" pitchFamily="34" charset="0"/>
                <a:ea typeface="Calibri" panose="020F0502020204030204" pitchFamily="34" charset="0"/>
                <a:cs typeface="Calibri" panose="020F0502020204030204" pitchFamily="34" charset="0"/>
              </a:rPr>
              <a:t>C2 - Confidentiel</a:t>
            </a:r>
          </a:p>
        </p:txBody>
      </p:sp>
    </p:spTree>
    <p:extLst>
      <p:ext uri="{BB962C8B-B14F-4D97-AF65-F5344CB8AC3E}">
        <p14:creationId xmlns:p14="http://schemas.microsoft.com/office/powerpoint/2010/main" val="177822805"/>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 id="2147483842" r:id="rId13"/>
    <p:sldLayoutId id="2147483843" r:id="rId14"/>
    <p:sldLayoutId id="2147483844" r:id="rId15"/>
    <p:sldLayoutId id="2147483845" r:id="rId16"/>
    <p:sldLayoutId id="2147483846" r:id="rId17"/>
    <p:sldLayoutId id="2147483847" r:id="rId18"/>
    <p:sldLayoutId id="2147483848" r:id="rId19"/>
    <p:sldLayoutId id="2147483849" r:id="rId20"/>
    <p:sldLayoutId id="2147483850" r:id="rId21"/>
    <p:sldLayoutId id="2147483851" r:id="rId22"/>
    <p:sldLayoutId id="2147483852" r:id="rId23"/>
    <p:sldLayoutId id="2147483853" r:id="rId24"/>
    <p:sldLayoutId id="2147483854" r:id="rId25"/>
    <p:sldLayoutId id="2147483855" r:id="rId26"/>
    <p:sldLayoutId id="2147483856" r:id="rId27"/>
    <p:sldLayoutId id="2147483857" r:id="rId28"/>
    <p:sldLayoutId id="2147483858" r:id="rId29"/>
    <p:sldLayoutId id="2147483859" r:id="rId30"/>
    <p:sldLayoutId id="2147483860" r:id="rId31"/>
  </p:sldLayoutIdLst>
  <p:hf hdr="0" ftr="0"/>
  <p:txStyles>
    <p:titleStyle>
      <a:lvl1pPr algn="l" defTabSz="987540" rtl="0" eaLnBrk="1" latinLnBrk="0" hangingPunct="1">
        <a:spcBef>
          <a:spcPct val="0"/>
        </a:spcBef>
        <a:buNone/>
        <a:defRPr sz="3457" kern="1200">
          <a:solidFill>
            <a:schemeClr val="tx2"/>
          </a:solidFill>
          <a:latin typeface="Times New Roman" panose="02020603050405020304" pitchFamily="18" charset="0"/>
          <a:ea typeface="+mj-ea"/>
          <a:cs typeface="Times New Roman" panose="02020603050405020304" pitchFamily="18" charset="0"/>
        </a:defRPr>
      </a:lvl1pPr>
    </p:titleStyle>
    <p:bodyStyle>
      <a:lvl1pPr marL="194398" indent="-194398" algn="l" defTabSz="987540" rtl="0" eaLnBrk="1" latinLnBrk="0" hangingPunct="1">
        <a:lnSpc>
          <a:spcPct val="100000"/>
        </a:lnSpc>
        <a:spcBef>
          <a:spcPts val="0"/>
        </a:spcBef>
        <a:spcAft>
          <a:spcPts val="862"/>
        </a:spcAft>
        <a:buClr>
          <a:srgbClr val="D82034"/>
        </a:buClr>
        <a:buFont typeface="Arial" panose="020B0604020202020204" pitchFamily="34" charset="0"/>
        <a:buChar char="•"/>
        <a:defRPr sz="1728" kern="1200">
          <a:solidFill>
            <a:schemeClr val="tx1"/>
          </a:solidFill>
          <a:latin typeface="Arial" panose="020B0604020202020204" pitchFamily="34" charset="0"/>
          <a:ea typeface="+mn-ea"/>
          <a:cs typeface="Arial" panose="020B0604020202020204" pitchFamily="34" charset="0"/>
        </a:defRPr>
      </a:lvl1pPr>
      <a:lvl2pPr marL="427675" indent="-194398" algn="l" defTabSz="987540" rtl="0" eaLnBrk="1" latinLnBrk="0" hangingPunct="1">
        <a:lnSpc>
          <a:spcPct val="100000"/>
        </a:lnSpc>
        <a:spcBef>
          <a:spcPts val="0"/>
        </a:spcBef>
        <a:spcAft>
          <a:spcPts val="648"/>
        </a:spcAft>
        <a:buClr>
          <a:srgbClr val="D82034"/>
        </a:buClr>
        <a:buFont typeface="Arial" panose="020B0604020202020204" pitchFamily="34" charset="0"/>
        <a:buChar char="–"/>
        <a:defRPr sz="1620" kern="1200">
          <a:solidFill>
            <a:schemeClr val="tx1"/>
          </a:solidFill>
          <a:latin typeface="Arial" panose="020B0604020202020204" pitchFamily="34" charset="0"/>
          <a:ea typeface="+mn-ea"/>
          <a:cs typeface="Arial" panose="020B0604020202020204" pitchFamily="34" charset="0"/>
        </a:defRPr>
      </a:lvl2pPr>
      <a:lvl3pPr marL="583192" indent="-194398" algn="l" defTabSz="987540" rtl="0" eaLnBrk="1" latinLnBrk="0" hangingPunct="1">
        <a:lnSpc>
          <a:spcPct val="100000"/>
        </a:lnSpc>
        <a:spcBef>
          <a:spcPts val="0"/>
        </a:spcBef>
        <a:spcAft>
          <a:spcPts val="648"/>
        </a:spcAft>
        <a:buClr>
          <a:srgbClr val="D82034"/>
        </a:buClr>
        <a:buFont typeface="Arial" panose="020B0604020202020204" pitchFamily="34" charset="0"/>
        <a:buChar char="•"/>
        <a:defRPr sz="1512" kern="1200">
          <a:solidFill>
            <a:schemeClr val="tx1"/>
          </a:solidFill>
          <a:latin typeface="Arial" panose="020B0604020202020204" pitchFamily="34" charset="0"/>
          <a:ea typeface="+mn-ea"/>
          <a:cs typeface="Arial" panose="020B0604020202020204" pitchFamily="34" charset="0"/>
        </a:defRPr>
      </a:lvl3pPr>
      <a:lvl4pPr marL="776661" indent="-193736" algn="l" defTabSz="987540" rtl="0" eaLnBrk="1" latinLnBrk="0" hangingPunct="1">
        <a:lnSpc>
          <a:spcPct val="100000"/>
        </a:lnSpc>
        <a:spcBef>
          <a:spcPts val="0"/>
        </a:spcBef>
        <a:spcAft>
          <a:spcPts val="648"/>
        </a:spcAft>
        <a:buClr>
          <a:srgbClr val="D82034"/>
        </a:buClr>
        <a:buFont typeface="Arial" panose="020B0604020202020204" pitchFamily="34" charset="0"/>
        <a:buChar char="–"/>
        <a:defRPr sz="1404" kern="1200">
          <a:solidFill>
            <a:schemeClr val="tx1"/>
          </a:solidFill>
          <a:latin typeface="Arial" panose="020B0604020202020204" pitchFamily="34" charset="0"/>
          <a:ea typeface="+mn-ea"/>
          <a:cs typeface="Arial" panose="020B0604020202020204" pitchFamily="34" charset="0"/>
        </a:defRPr>
      </a:lvl4pPr>
      <a:lvl5pPr marL="964211" indent="-193736" algn="l" defTabSz="1162417" rtl="0" eaLnBrk="1" latinLnBrk="0" hangingPunct="1">
        <a:lnSpc>
          <a:spcPct val="100000"/>
        </a:lnSpc>
        <a:spcBef>
          <a:spcPts val="0"/>
        </a:spcBef>
        <a:spcAft>
          <a:spcPts val="648"/>
        </a:spcAft>
        <a:buClr>
          <a:srgbClr val="D82034"/>
        </a:buClr>
        <a:buFont typeface="Arial" panose="020B0604020202020204" pitchFamily="34" charset="0"/>
        <a:buChar char="•"/>
        <a:tabLst/>
        <a:defRPr sz="1296" kern="1200">
          <a:solidFill>
            <a:schemeClr val="tx1"/>
          </a:solidFill>
          <a:latin typeface="Arial" panose="020B0604020202020204" pitchFamily="34" charset="0"/>
          <a:ea typeface="+mn-ea"/>
          <a:cs typeface="Arial" panose="020B0604020202020204" pitchFamily="34" charset="0"/>
        </a:defRPr>
      </a:lvl5pPr>
      <a:lvl6pPr marL="1158609" indent="-194398" algn="l" defTabSz="987540" rtl="0" eaLnBrk="1" latinLnBrk="0" hangingPunct="1">
        <a:spcBef>
          <a:spcPts val="0"/>
        </a:spcBef>
        <a:spcAft>
          <a:spcPts val="648"/>
        </a:spcAft>
        <a:buClr>
          <a:srgbClr val="D82034"/>
        </a:buClr>
        <a:buFont typeface="Arial" panose="020B0604020202020204" pitchFamily="34" charset="0"/>
        <a:buChar char="–"/>
        <a:defRPr sz="1296" kern="1200">
          <a:solidFill>
            <a:schemeClr val="tx1"/>
          </a:solidFill>
          <a:latin typeface="+mn-lt"/>
          <a:ea typeface="+mn-ea"/>
          <a:cs typeface="+mn-cs"/>
        </a:defRPr>
      </a:lvl6pPr>
      <a:lvl7pPr marL="1325792" indent="-194398" algn="l" defTabSz="987540" rtl="0" eaLnBrk="1" latinLnBrk="0" hangingPunct="1">
        <a:spcBef>
          <a:spcPts val="0"/>
        </a:spcBef>
        <a:spcAft>
          <a:spcPts val="648"/>
        </a:spcAft>
        <a:buClr>
          <a:srgbClr val="D82034"/>
        </a:buClr>
        <a:buFont typeface="Arial" panose="020B0604020202020204" pitchFamily="34" charset="0"/>
        <a:buChar char="•"/>
        <a:defRPr sz="1296" kern="1200">
          <a:solidFill>
            <a:schemeClr val="tx1"/>
          </a:solidFill>
          <a:latin typeface="+mn-lt"/>
          <a:ea typeface="+mn-ea"/>
          <a:cs typeface="+mn-cs"/>
        </a:defRPr>
      </a:lvl7pPr>
      <a:lvl8pPr marL="1527964" indent="-194398" algn="l" defTabSz="987540" rtl="0" eaLnBrk="1" latinLnBrk="0" hangingPunct="1">
        <a:spcBef>
          <a:spcPts val="0"/>
        </a:spcBef>
        <a:spcAft>
          <a:spcPts val="648"/>
        </a:spcAft>
        <a:buClr>
          <a:srgbClr val="D82034"/>
        </a:buClr>
        <a:buFont typeface="Arial" panose="020B0604020202020204" pitchFamily="34" charset="0"/>
        <a:buChar char="–"/>
        <a:defRPr sz="1296" kern="1200">
          <a:solidFill>
            <a:schemeClr val="tx1"/>
          </a:solidFill>
          <a:latin typeface="+mn-lt"/>
          <a:ea typeface="+mn-ea"/>
          <a:cs typeface="+mn-cs"/>
        </a:defRPr>
      </a:lvl8pPr>
      <a:lvl9pPr marL="1730138" indent="-194398" algn="l" defTabSz="987540" rtl="0" eaLnBrk="1" latinLnBrk="0" hangingPunct="1">
        <a:spcBef>
          <a:spcPts val="0"/>
        </a:spcBef>
        <a:spcAft>
          <a:spcPts val="648"/>
        </a:spcAft>
        <a:buClr>
          <a:srgbClr val="D82034"/>
        </a:buClr>
        <a:buFont typeface="Arial" panose="020B0604020202020204" pitchFamily="34" charset="0"/>
        <a:buChar char="•"/>
        <a:defRPr sz="1296" kern="1200">
          <a:solidFill>
            <a:schemeClr val="tx1"/>
          </a:solidFill>
          <a:latin typeface="+mn-lt"/>
          <a:ea typeface="+mn-ea"/>
          <a:cs typeface="+mn-cs"/>
        </a:defRPr>
      </a:lvl9pPr>
    </p:bodyStyle>
    <p:otherStyle>
      <a:defPPr>
        <a:defRPr lang="en-US"/>
      </a:defPPr>
      <a:lvl1pPr marL="0" algn="l" defTabSz="987540" rtl="0" eaLnBrk="1" latinLnBrk="0" hangingPunct="1">
        <a:defRPr sz="1945" kern="1200">
          <a:solidFill>
            <a:schemeClr val="tx1"/>
          </a:solidFill>
          <a:latin typeface="+mn-lt"/>
          <a:ea typeface="+mn-ea"/>
          <a:cs typeface="+mn-cs"/>
        </a:defRPr>
      </a:lvl1pPr>
      <a:lvl2pPr marL="493770" algn="l" defTabSz="987540" rtl="0" eaLnBrk="1" latinLnBrk="0" hangingPunct="1">
        <a:defRPr sz="1945" kern="1200">
          <a:solidFill>
            <a:schemeClr val="tx1"/>
          </a:solidFill>
          <a:latin typeface="+mn-lt"/>
          <a:ea typeface="+mn-ea"/>
          <a:cs typeface="+mn-cs"/>
        </a:defRPr>
      </a:lvl2pPr>
      <a:lvl3pPr marL="987540" algn="l" defTabSz="987540" rtl="0" eaLnBrk="1" latinLnBrk="0" hangingPunct="1">
        <a:defRPr sz="1945" kern="1200">
          <a:solidFill>
            <a:schemeClr val="tx1"/>
          </a:solidFill>
          <a:latin typeface="+mn-lt"/>
          <a:ea typeface="+mn-ea"/>
          <a:cs typeface="+mn-cs"/>
        </a:defRPr>
      </a:lvl3pPr>
      <a:lvl4pPr marL="1481309" algn="l" defTabSz="987540" rtl="0" eaLnBrk="1" latinLnBrk="0" hangingPunct="1">
        <a:defRPr sz="1945" kern="1200">
          <a:solidFill>
            <a:schemeClr val="tx1"/>
          </a:solidFill>
          <a:latin typeface="+mn-lt"/>
          <a:ea typeface="+mn-ea"/>
          <a:cs typeface="+mn-cs"/>
        </a:defRPr>
      </a:lvl4pPr>
      <a:lvl5pPr marL="1975078" algn="l" defTabSz="987540" rtl="0" eaLnBrk="1" latinLnBrk="0" hangingPunct="1">
        <a:defRPr sz="1945" kern="1200">
          <a:solidFill>
            <a:schemeClr val="tx1"/>
          </a:solidFill>
          <a:latin typeface="+mn-lt"/>
          <a:ea typeface="+mn-ea"/>
          <a:cs typeface="+mn-cs"/>
        </a:defRPr>
      </a:lvl5pPr>
      <a:lvl6pPr marL="2468850" algn="l" defTabSz="987540" rtl="0" eaLnBrk="1" latinLnBrk="0" hangingPunct="1">
        <a:defRPr sz="1945" kern="1200">
          <a:solidFill>
            <a:schemeClr val="tx1"/>
          </a:solidFill>
          <a:latin typeface="+mn-lt"/>
          <a:ea typeface="+mn-ea"/>
          <a:cs typeface="+mn-cs"/>
        </a:defRPr>
      </a:lvl6pPr>
      <a:lvl7pPr marL="2962620" algn="l" defTabSz="987540" rtl="0" eaLnBrk="1" latinLnBrk="0" hangingPunct="1">
        <a:defRPr sz="1945" kern="1200">
          <a:solidFill>
            <a:schemeClr val="tx1"/>
          </a:solidFill>
          <a:latin typeface="+mn-lt"/>
          <a:ea typeface="+mn-ea"/>
          <a:cs typeface="+mn-cs"/>
        </a:defRPr>
      </a:lvl7pPr>
      <a:lvl8pPr marL="3456389" algn="l" defTabSz="987540" rtl="0" eaLnBrk="1" latinLnBrk="0" hangingPunct="1">
        <a:defRPr sz="1945" kern="1200">
          <a:solidFill>
            <a:schemeClr val="tx1"/>
          </a:solidFill>
          <a:latin typeface="+mn-lt"/>
          <a:ea typeface="+mn-ea"/>
          <a:cs typeface="+mn-cs"/>
        </a:defRPr>
      </a:lvl8pPr>
      <a:lvl9pPr marL="3950159" algn="l" defTabSz="987540" rtl="0" eaLnBrk="1" latinLnBrk="0" hangingPunct="1">
        <a:defRPr sz="194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65" userDrawn="1">
          <p15:clr>
            <a:srgbClr val="F26B43"/>
          </p15:clr>
        </p15:guide>
        <p15:guide id="2" pos="3976" userDrawn="1">
          <p15:clr>
            <a:srgbClr val="F26B43"/>
          </p15:clr>
        </p15:guide>
        <p15:guide id="3" pos="4977" userDrawn="1">
          <p15:clr>
            <a:srgbClr val="F26B43"/>
          </p15:clr>
        </p15:guide>
        <p15:guide id="4" pos="5834" userDrawn="1">
          <p15:clr>
            <a:srgbClr val="F26B43"/>
          </p15:clr>
        </p15:guide>
        <p15:guide id="5" orient="horz" pos="1378" userDrawn="1">
          <p15:clr>
            <a:srgbClr val="F26B43"/>
          </p15:clr>
        </p15:guide>
        <p15:guide id="6" orient="horz" pos="4553" userDrawn="1">
          <p15:clr>
            <a:srgbClr val="F26B43"/>
          </p15:clr>
        </p15:guide>
        <p15:guide id="7" orient="horz" pos="106"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1158" y="203609"/>
            <a:ext cx="10081260" cy="1815310"/>
          </a:xfrm>
          <a:prstGeom prst="rect">
            <a:avLst/>
          </a:prstGeom>
        </p:spPr>
        <p:txBody>
          <a:bodyPr vert="horz" lIns="36000" tIns="36000" rIns="0" bIns="0" rtlCol="0" anchor="t" anchorCtr="0">
            <a:noAutofit/>
          </a:bodyPr>
          <a:lstStyle/>
          <a:p>
            <a:r>
              <a:rPr lang="fr-FR" noProof="0"/>
              <a:t>Modifiez le style du titre</a:t>
            </a:r>
          </a:p>
        </p:txBody>
      </p:sp>
      <p:sp>
        <p:nvSpPr>
          <p:cNvPr id="3" name="Text Placeholder 2"/>
          <p:cNvSpPr>
            <a:spLocks noGrp="1"/>
          </p:cNvSpPr>
          <p:nvPr>
            <p:ph type="body" idx="1"/>
          </p:nvPr>
        </p:nvSpPr>
        <p:spPr>
          <a:xfrm>
            <a:off x="351156" y="2624328"/>
            <a:ext cx="8065453" cy="6048756"/>
          </a:xfrm>
          <a:prstGeom prst="rect">
            <a:avLst/>
          </a:prstGeom>
        </p:spPr>
        <p:txBody>
          <a:bodyPr vert="horz" lIns="36000" tIns="0" rIns="0" bIns="0" rtlCol="0">
            <a:no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2" name="Footnote" hidden="1"/>
          <p:cNvSpPr txBox="1"/>
          <p:nvPr>
            <p:custDataLst>
              <p:tags r:id="rId20"/>
            </p:custDataLst>
          </p:nvPr>
        </p:nvSpPr>
        <p:spPr>
          <a:xfrm>
            <a:off x="351156" y="8794061"/>
            <a:ext cx="8065454" cy="310239"/>
          </a:xfrm>
          <a:prstGeom prst="rect">
            <a:avLst/>
          </a:prstGeom>
          <a:noFill/>
        </p:spPr>
        <p:txBody>
          <a:bodyPr wrap="square" lIns="43200" tIns="0" rIns="0" bIns="0" rtlCol="0">
            <a:noAutofit/>
          </a:bodyPr>
          <a:lstStyle/>
          <a:p>
            <a:endParaRPr lang="fr-FR" sz="960" noProof="0">
              <a:latin typeface="Arial" panose="020B0604020202020204" pitchFamily="34" charset="0"/>
              <a:cs typeface="Arial" panose="020B0604020202020204" pitchFamily="34" charset="0"/>
            </a:endParaRPr>
          </a:p>
        </p:txBody>
      </p:sp>
      <p:sp>
        <p:nvSpPr>
          <p:cNvPr id="4" name="AgendaTitleFrame" hidden="1"/>
          <p:cNvSpPr>
            <a:spLocks/>
          </p:cNvSpPr>
          <p:nvPr userDrawn="1">
            <p:custDataLst>
              <p:tags r:id="rId21"/>
            </p:custDataLst>
          </p:nvPr>
        </p:nvSpPr>
        <p:spPr bwMode="gray">
          <a:xfrm>
            <a:off x="10534059" y="-9542"/>
            <a:ext cx="1814602" cy="1046206"/>
          </a:xfrm>
          <a:custGeom>
            <a:avLst/>
            <a:gdLst>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08652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0220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846" h="1800200">
                <a:moveTo>
                  <a:pt x="0" y="0"/>
                </a:moveTo>
                <a:lnTo>
                  <a:pt x="3746846" y="0"/>
                </a:lnTo>
                <a:cubicBezTo>
                  <a:pt x="3746846" y="600067"/>
                  <a:pt x="3740220" y="1233263"/>
                  <a:pt x="3746846" y="1515278"/>
                </a:cubicBezTo>
                <a:cubicBezTo>
                  <a:pt x="2544280" y="1530739"/>
                  <a:pt x="1255575" y="1665470"/>
                  <a:pt x="0" y="1800200"/>
                </a:cubicBezTo>
                <a:lnTo>
                  <a:pt x="0" y="0"/>
                </a:ln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60" b="1">
              <a:solidFill>
                <a:srgbClr val="000000"/>
              </a:solidFill>
              <a:latin typeface="Arial" panose="020B0604020202020204" pitchFamily="34" charset="0"/>
              <a:cs typeface="Arial" panose="020B0604020202020204" pitchFamily="34" charset="0"/>
            </a:endParaRPr>
          </a:p>
        </p:txBody>
      </p:sp>
      <p:sp>
        <p:nvSpPr>
          <p:cNvPr id="13" name="Status" hidden="1"/>
          <p:cNvSpPr txBox="1">
            <a:spLocks/>
          </p:cNvSpPr>
          <p:nvPr userDrawn="1">
            <p:custDataLst>
              <p:tags r:id="rId22"/>
            </p:custDataLst>
          </p:nvPr>
        </p:nvSpPr>
        <p:spPr bwMode="gray">
          <a:xfrm>
            <a:off x="12321696" y="2349614"/>
            <a:ext cx="479905" cy="203454"/>
          </a:xfrm>
          <a:prstGeom prst="rect">
            <a:avLst/>
          </a:prstGeom>
          <a:solidFill>
            <a:srgbClr val="DFDFDF"/>
          </a:solidFill>
        </p:spPr>
        <p:txBody>
          <a:bodyPr wrap="none" lIns="86400" tIns="0" rIns="388800" bIns="0" rtlCol="0" anchor="ctr">
            <a:spAutoFit/>
          </a:bodyPr>
          <a:lstStyle/>
          <a:p>
            <a:pPr algn="r"/>
            <a:endParaRPr lang="fr-FR" sz="1322" cap="none" baseline="0">
              <a:solidFill>
                <a:srgbClr val="000000"/>
              </a:solidFill>
              <a:latin typeface="Arial" panose="020B0604020202020204" pitchFamily="34" charset="0"/>
              <a:cs typeface="Arial" panose="020B0604020202020204" pitchFamily="34" charset="0"/>
            </a:endParaRPr>
          </a:p>
        </p:txBody>
      </p:sp>
      <p:sp>
        <p:nvSpPr>
          <p:cNvPr id="6" name="Footer"/>
          <p:cNvSpPr txBox="1">
            <a:spLocks/>
          </p:cNvSpPr>
          <p:nvPr userDrawn="1">
            <p:custDataLst>
              <p:tags r:id="rId23"/>
            </p:custDataLst>
          </p:nvPr>
        </p:nvSpPr>
        <p:spPr>
          <a:xfrm>
            <a:off x="351156" y="9034671"/>
            <a:ext cx="8065453" cy="390202"/>
          </a:xfrm>
          <a:prstGeom prst="rect">
            <a:avLst/>
          </a:prstGeom>
          <a:noFill/>
        </p:spPr>
        <p:txBody>
          <a:bodyPr wrap="square" lIns="0" tIns="0" rIns="0" bIns="0" rtlCol="0" anchor="ctr" anchorCtr="0">
            <a:noAutofit/>
          </a:bodyPr>
          <a:lstStyle/>
          <a:p>
            <a:fld id="{D6C6C412-F70D-43C5-A440-7F2C7481E593}" type="slidenum">
              <a:rPr lang="fr-FR" sz="1200" smtClean="0">
                <a:solidFill>
                  <a:srgbClr val="808080"/>
                </a:solidFill>
                <a:latin typeface="Arial" panose="020B0604020202020204" pitchFamily="34" charset="0"/>
                <a:cs typeface="Arial" panose="020B0604020202020204" pitchFamily="34" charset="0"/>
              </a:rPr>
              <a:t>‹N°›</a:t>
            </a:fld>
            <a:r>
              <a:rPr lang="fr-FR" sz="1200">
                <a:solidFill>
                  <a:srgbClr val="808080"/>
                </a:solidFill>
                <a:latin typeface="Arial" panose="020B0604020202020204" pitchFamily="34" charset="0"/>
                <a:cs typeface="Arial" panose="020B0604020202020204" pitchFamily="34" charset="0"/>
              </a:rPr>
              <a:t> |</a:t>
            </a:r>
            <a:r>
              <a:rPr lang="fr-FR" sz="841">
                <a:solidFill>
                  <a:srgbClr val="808080"/>
                </a:solidFill>
                <a:latin typeface="Arial" panose="020B0604020202020204" pitchFamily="34" charset="0"/>
                <a:cs typeface="Arial" panose="020B0604020202020204" pitchFamily="34" charset="0"/>
              </a:rPr>
              <a:t> Blueprint IA générative | Confidentiel | CoDir DSI &amp; Data | Février 2024</a:t>
            </a:r>
          </a:p>
        </p:txBody>
      </p:sp>
      <p:pic>
        <p:nvPicPr>
          <p:cNvPr id="7" name="Image 6">
            <a:extLst>
              <a:ext uri="{FF2B5EF4-FFF2-40B4-BE49-F238E27FC236}">
                <a16:creationId xmlns:a16="http://schemas.microsoft.com/office/drawing/2014/main" id="{FFFB0EDE-34FA-65DD-0767-699E36E6F601}"/>
              </a:ext>
            </a:extLst>
          </p:cNvPr>
          <p:cNvPicPr>
            <a:picLocks noChangeAspect="1"/>
          </p:cNvPicPr>
          <p:nvPr userDrawn="1">
            <p:custDataLst>
              <p:tags r:id="rId24"/>
            </p:custDataLst>
          </p:nvPr>
        </p:nvPicPr>
        <p:blipFill>
          <a:blip r:embed="rId25" cstate="print">
            <a:extLst>
              <a:ext uri="{28A0092B-C50C-407E-A947-70E740481C1C}">
                <a14:useLocalDpi xmlns:a14="http://schemas.microsoft.com/office/drawing/2010/main" val="0"/>
              </a:ext>
            </a:extLst>
          </a:blip>
          <a:stretch>
            <a:fillRect/>
          </a:stretch>
        </p:blipFill>
        <p:spPr bwMode="gray">
          <a:xfrm>
            <a:off x="11776333" y="8823149"/>
            <a:ext cx="561877" cy="469568"/>
          </a:xfrm>
          <a:prstGeom prst="rect">
            <a:avLst/>
          </a:prstGeom>
        </p:spPr>
      </p:pic>
      <p:sp>
        <p:nvSpPr>
          <p:cNvPr id="9" name="ZoneTexte 8">
            <a:extLst>
              <a:ext uri="{FF2B5EF4-FFF2-40B4-BE49-F238E27FC236}">
                <a16:creationId xmlns:a16="http://schemas.microsoft.com/office/drawing/2014/main" id="{969C71FC-E30A-2615-982B-456B9D246866}"/>
              </a:ext>
            </a:extLst>
          </p:cNvPr>
          <p:cNvSpPr txBox="1"/>
          <p:nvPr>
            <p:extLst>
              <p:ext uri="{1162E1C5-73C7-4A58-AE30-91384D911F3F}">
                <p184:classification xmlns:p184="http://schemas.microsoft.com/office/powerpoint/2018/4/main" val="ftr"/>
              </p:ext>
            </p:extLst>
          </p:nvPr>
        </p:nvSpPr>
        <p:spPr>
          <a:xfrm>
            <a:off x="5800726" y="9238488"/>
            <a:ext cx="1240155" cy="184666"/>
          </a:xfrm>
          <a:prstGeom prst="rect">
            <a:avLst/>
          </a:prstGeom>
        </p:spPr>
        <p:txBody>
          <a:bodyPr horzOverflow="overflow" lIns="0" tIns="0" rIns="0" bIns="0">
            <a:spAutoFit/>
          </a:bodyPr>
          <a:lstStyle/>
          <a:p>
            <a:pPr algn="l"/>
            <a:r>
              <a:rPr lang="fr-FR" sz="1200">
                <a:solidFill>
                  <a:srgbClr val="000000"/>
                </a:solidFill>
                <a:latin typeface="Calibri" panose="020F0502020204030204" pitchFamily="34" charset="0"/>
                <a:ea typeface="Calibri" panose="020F0502020204030204" pitchFamily="34" charset="0"/>
                <a:cs typeface="Calibri" panose="020F0502020204030204" pitchFamily="34" charset="0"/>
              </a:rPr>
              <a:t>C2 - Confidentiel</a:t>
            </a:r>
          </a:p>
        </p:txBody>
      </p:sp>
    </p:spTree>
    <p:extLst>
      <p:ext uri="{BB962C8B-B14F-4D97-AF65-F5344CB8AC3E}">
        <p14:creationId xmlns:p14="http://schemas.microsoft.com/office/powerpoint/2010/main" val="3459026173"/>
      </p:ext>
    </p:extLst>
  </p:cSld>
  <p:clrMap bg1="lt1" tx1="dk1" bg2="lt2" tx2="dk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 id="2147483875" r:id="rId12"/>
    <p:sldLayoutId id="2147483876" r:id="rId13"/>
    <p:sldLayoutId id="2147483877" r:id="rId14"/>
    <p:sldLayoutId id="2147483878" r:id="rId15"/>
    <p:sldLayoutId id="2147483879" r:id="rId16"/>
    <p:sldLayoutId id="2147483880" r:id="rId17"/>
    <p:sldLayoutId id="2147483881" r:id="rId18"/>
  </p:sldLayoutIdLst>
  <p:hf hdr="0" ftr="0"/>
  <p:txStyles>
    <p:titleStyle>
      <a:lvl1pPr algn="l" defTabSz="1097265" rtl="0" eaLnBrk="1" latinLnBrk="0" hangingPunct="1">
        <a:spcBef>
          <a:spcPct val="0"/>
        </a:spcBef>
        <a:buNone/>
        <a:defRPr sz="384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15998" indent="-215998" algn="l" defTabSz="1097265" rtl="0" eaLnBrk="1" latinLnBrk="0" hangingPunct="1">
        <a:lnSpc>
          <a:spcPct val="100000"/>
        </a:lnSpc>
        <a:spcBef>
          <a:spcPts val="0"/>
        </a:spcBef>
        <a:spcAft>
          <a:spcPts val="960"/>
        </a:spcAft>
        <a:buClr>
          <a:srgbClr val="D82034"/>
        </a:buClr>
        <a:buFont typeface="Arial" panose="020B0604020202020204" pitchFamily="34" charset="0"/>
        <a:buChar char="•"/>
        <a:defRPr sz="1919" kern="1200">
          <a:solidFill>
            <a:schemeClr val="tx1"/>
          </a:solidFill>
          <a:latin typeface="Arial" panose="020B0604020202020204" pitchFamily="34" charset="0"/>
          <a:ea typeface="+mn-ea"/>
          <a:cs typeface="Arial" panose="020B0604020202020204" pitchFamily="34" charset="0"/>
        </a:defRPr>
      </a:lvl1pPr>
      <a:lvl2pPr marL="475195" indent="-215998" algn="l" defTabSz="1097265" rtl="0" eaLnBrk="1" latinLnBrk="0" hangingPunct="1">
        <a:lnSpc>
          <a:spcPct val="100000"/>
        </a:lnSpc>
        <a:spcBef>
          <a:spcPts val="0"/>
        </a:spcBef>
        <a:spcAft>
          <a:spcPts val="720"/>
        </a:spcAft>
        <a:buClr>
          <a:srgbClr val="D82034"/>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647991" indent="-215998" algn="l" defTabSz="1097265" rtl="0" eaLnBrk="1" latinLnBrk="0" hangingPunct="1">
        <a:lnSpc>
          <a:spcPct val="100000"/>
        </a:lnSpc>
        <a:spcBef>
          <a:spcPts val="0"/>
        </a:spcBef>
        <a:spcAft>
          <a:spcPts val="720"/>
        </a:spcAft>
        <a:buClr>
          <a:srgbClr val="D82034"/>
        </a:buClr>
        <a:buFont typeface="Arial" panose="020B0604020202020204" pitchFamily="34" charset="0"/>
        <a:buChar char="•"/>
        <a:defRPr sz="1680" kern="1200">
          <a:solidFill>
            <a:schemeClr val="tx1"/>
          </a:solidFill>
          <a:latin typeface="Arial" panose="020B0604020202020204" pitchFamily="34" charset="0"/>
          <a:ea typeface="+mn-ea"/>
          <a:cs typeface="Arial" panose="020B0604020202020204" pitchFamily="34" charset="0"/>
        </a:defRPr>
      </a:lvl3pPr>
      <a:lvl4pPr marL="862956" indent="-215264" algn="l" defTabSz="1097265" rtl="0" eaLnBrk="1" latinLnBrk="0" hangingPunct="1">
        <a:lnSpc>
          <a:spcPct val="100000"/>
        </a:lnSpc>
        <a:spcBef>
          <a:spcPts val="0"/>
        </a:spcBef>
        <a:spcAft>
          <a:spcPts val="720"/>
        </a:spcAft>
        <a:buClr>
          <a:srgbClr val="D82034"/>
        </a:buClr>
        <a:buFont typeface="Arial" panose="020B0604020202020204" pitchFamily="34" charset="0"/>
        <a:buChar char="–"/>
        <a:defRPr sz="1561" kern="1200">
          <a:solidFill>
            <a:schemeClr val="tx1"/>
          </a:solidFill>
          <a:latin typeface="Arial" panose="020B0604020202020204" pitchFamily="34" charset="0"/>
          <a:ea typeface="+mn-ea"/>
          <a:cs typeface="Arial" panose="020B0604020202020204" pitchFamily="34" charset="0"/>
        </a:defRPr>
      </a:lvl4pPr>
      <a:lvl5pPr marL="1071346" indent="-215264" algn="l" defTabSz="1291574" rtl="0" eaLnBrk="1" latinLnBrk="0" hangingPunct="1">
        <a:lnSpc>
          <a:spcPct val="100000"/>
        </a:lnSpc>
        <a:spcBef>
          <a:spcPts val="0"/>
        </a:spcBef>
        <a:spcAft>
          <a:spcPts val="720"/>
        </a:spcAft>
        <a:buClr>
          <a:srgbClr val="D82034"/>
        </a:buClr>
        <a:buFont typeface="Arial" panose="020B0604020202020204" pitchFamily="34" charset="0"/>
        <a:buChar char="•"/>
        <a:tabLst/>
        <a:defRPr sz="1441" kern="1200">
          <a:solidFill>
            <a:schemeClr val="tx1"/>
          </a:solidFill>
          <a:latin typeface="Arial" panose="020B0604020202020204" pitchFamily="34" charset="0"/>
          <a:ea typeface="+mn-ea"/>
          <a:cs typeface="Arial" panose="020B0604020202020204" pitchFamily="34" charset="0"/>
        </a:defRPr>
      </a:lvl5pPr>
      <a:lvl6pPr marL="1287343" indent="-215998" algn="l" defTabSz="1097265" rtl="0" eaLnBrk="1" latinLnBrk="0" hangingPunct="1">
        <a:spcBef>
          <a:spcPts val="0"/>
        </a:spcBef>
        <a:spcAft>
          <a:spcPts val="720"/>
        </a:spcAft>
        <a:buClr>
          <a:srgbClr val="D82034"/>
        </a:buClr>
        <a:buFont typeface="Arial" panose="020B0604020202020204" pitchFamily="34" charset="0"/>
        <a:buChar char="–"/>
        <a:defRPr sz="1441" kern="1200">
          <a:solidFill>
            <a:schemeClr val="tx1"/>
          </a:solidFill>
          <a:latin typeface="+mn-lt"/>
          <a:ea typeface="+mn-ea"/>
          <a:cs typeface="+mn-cs"/>
        </a:defRPr>
      </a:lvl6pPr>
      <a:lvl7pPr marL="1473101" indent="-215998" algn="l" defTabSz="1097265" rtl="0" eaLnBrk="1" latinLnBrk="0" hangingPunct="1">
        <a:spcBef>
          <a:spcPts val="0"/>
        </a:spcBef>
        <a:spcAft>
          <a:spcPts val="720"/>
        </a:spcAft>
        <a:buClr>
          <a:srgbClr val="D82034"/>
        </a:buClr>
        <a:buFont typeface="Arial" panose="020B0604020202020204" pitchFamily="34" charset="0"/>
        <a:buChar char="•"/>
        <a:defRPr sz="1441" kern="1200">
          <a:solidFill>
            <a:schemeClr val="tx1"/>
          </a:solidFill>
          <a:latin typeface="+mn-lt"/>
          <a:ea typeface="+mn-ea"/>
          <a:cs typeface="+mn-cs"/>
        </a:defRPr>
      </a:lvl7pPr>
      <a:lvl8pPr marL="1697739" indent="-215998" algn="l" defTabSz="1097265" rtl="0" eaLnBrk="1" latinLnBrk="0" hangingPunct="1">
        <a:spcBef>
          <a:spcPts val="0"/>
        </a:spcBef>
        <a:spcAft>
          <a:spcPts val="720"/>
        </a:spcAft>
        <a:buClr>
          <a:srgbClr val="D82034"/>
        </a:buClr>
        <a:buFont typeface="Arial" panose="020B0604020202020204" pitchFamily="34" charset="0"/>
        <a:buChar char="–"/>
        <a:defRPr sz="1441" kern="1200">
          <a:solidFill>
            <a:schemeClr val="tx1"/>
          </a:solidFill>
          <a:latin typeface="+mn-lt"/>
          <a:ea typeface="+mn-ea"/>
          <a:cs typeface="+mn-cs"/>
        </a:defRPr>
      </a:lvl8pPr>
      <a:lvl9pPr marL="1922376" indent="-215998" algn="l" defTabSz="1097265" rtl="0" eaLnBrk="1" latinLnBrk="0" hangingPunct="1">
        <a:spcBef>
          <a:spcPts val="0"/>
        </a:spcBef>
        <a:spcAft>
          <a:spcPts val="720"/>
        </a:spcAft>
        <a:buClr>
          <a:srgbClr val="D82034"/>
        </a:buClr>
        <a:buFont typeface="Arial" panose="020B0604020202020204" pitchFamily="34" charset="0"/>
        <a:buChar char="•"/>
        <a:defRPr sz="1441" kern="1200">
          <a:solidFill>
            <a:schemeClr val="tx1"/>
          </a:solidFill>
          <a:latin typeface="+mn-lt"/>
          <a:ea typeface="+mn-ea"/>
          <a:cs typeface="+mn-cs"/>
        </a:defRPr>
      </a:lvl9pPr>
    </p:bodyStyle>
    <p:otherStyle>
      <a:defPPr>
        <a:defRPr lang="en-US"/>
      </a:defPPr>
      <a:lvl1pPr marL="0" algn="l" defTabSz="1097265" rtl="0" eaLnBrk="1" latinLnBrk="0" hangingPunct="1">
        <a:defRPr sz="2160" kern="1200">
          <a:solidFill>
            <a:schemeClr val="tx1"/>
          </a:solidFill>
          <a:latin typeface="+mn-lt"/>
          <a:ea typeface="+mn-ea"/>
          <a:cs typeface="+mn-cs"/>
        </a:defRPr>
      </a:lvl1pPr>
      <a:lvl2pPr marL="548633" algn="l" defTabSz="1097265" rtl="0" eaLnBrk="1" latinLnBrk="0" hangingPunct="1">
        <a:defRPr sz="2160" kern="1200">
          <a:solidFill>
            <a:schemeClr val="tx1"/>
          </a:solidFill>
          <a:latin typeface="+mn-lt"/>
          <a:ea typeface="+mn-ea"/>
          <a:cs typeface="+mn-cs"/>
        </a:defRPr>
      </a:lvl2pPr>
      <a:lvl3pPr marL="1097265" algn="l" defTabSz="1097265" rtl="0" eaLnBrk="1" latinLnBrk="0" hangingPunct="1">
        <a:defRPr sz="2160" kern="1200">
          <a:solidFill>
            <a:schemeClr val="tx1"/>
          </a:solidFill>
          <a:latin typeface="+mn-lt"/>
          <a:ea typeface="+mn-ea"/>
          <a:cs typeface="+mn-cs"/>
        </a:defRPr>
      </a:lvl3pPr>
      <a:lvl4pPr marL="1645900" algn="l" defTabSz="1097265" rtl="0" eaLnBrk="1" latinLnBrk="0" hangingPunct="1">
        <a:defRPr sz="2160" kern="1200">
          <a:solidFill>
            <a:schemeClr val="tx1"/>
          </a:solidFill>
          <a:latin typeface="+mn-lt"/>
          <a:ea typeface="+mn-ea"/>
          <a:cs typeface="+mn-cs"/>
        </a:defRPr>
      </a:lvl4pPr>
      <a:lvl5pPr marL="2194532" algn="l" defTabSz="1097265" rtl="0" eaLnBrk="1" latinLnBrk="0" hangingPunct="1">
        <a:defRPr sz="2160" kern="1200">
          <a:solidFill>
            <a:schemeClr val="tx1"/>
          </a:solidFill>
          <a:latin typeface="+mn-lt"/>
          <a:ea typeface="+mn-ea"/>
          <a:cs typeface="+mn-cs"/>
        </a:defRPr>
      </a:lvl5pPr>
      <a:lvl6pPr marL="2743166" algn="l" defTabSz="1097265" rtl="0" eaLnBrk="1" latinLnBrk="0" hangingPunct="1">
        <a:defRPr sz="2160" kern="1200">
          <a:solidFill>
            <a:schemeClr val="tx1"/>
          </a:solidFill>
          <a:latin typeface="+mn-lt"/>
          <a:ea typeface="+mn-ea"/>
          <a:cs typeface="+mn-cs"/>
        </a:defRPr>
      </a:lvl6pPr>
      <a:lvl7pPr marL="3291799" algn="l" defTabSz="1097265" rtl="0" eaLnBrk="1" latinLnBrk="0" hangingPunct="1">
        <a:defRPr sz="2160" kern="1200">
          <a:solidFill>
            <a:schemeClr val="tx1"/>
          </a:solidFill>
          <a:latin typeface="+mn-lt"/>
          <a:ea typeface="+mn-ea"/>
          <a:cs typeface="+mn-cs"/>
        </a:defRPr>
      </a:lvl7pPr>
      <a:lvl8pPr marL="3840432" algn="l" defTabSz="1097265" rtl="0" eaLnBrk="1" latinLnBrk="0" hangingPunct="1">
        <a:defRPr sz="2160" kern="1200">
          <a:solidFill>
            <a:schemeClr val="tx1"/>
          </a:solidFill>
          <a:latin typeface="+mn-lt"/>
          <a:ea typeface="+mn-ea"/>
          <a:cs typeface="+mn-cs"/>
        </a:defRPr>
      </a:lvl8pPr>
      <a:lvl9pPr marL="4389064" algn="l" defTabSz="1097265" rtl="0" eaLnBrk="1" latinLnBrk="0" hangingPunct="1">
        <a:defRPr sz="216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65" userDrawn="1">
          <p15:clr>
            <a:srgbClr val="F26B43"/>
          </p15:clr>
        </p15:guide>
        <p15:guide id="2" pos="3976" userDrawn="1">
          <p15:clr>
            <a:srgbClr val="F26B43"/>
          </p15:clr>
        </p15:guide>
        <p15:guide id="3" pos="4977" userDrawn="1">
          <p15:clr>
            <a:srgbClr val="F26B43"/>
          </p15:clr>
        </p15:guide>
        <p15:guide id="4" pos="5834" userDrawn="1">
          <p15:clr>
            <a:srgbClr val="F26B43"/>
          </p15:clr>
        </p15:guide>
        <p15:guide id="5" orient="horz" pos="1378" userDrawn="1">
          <p15:clr>
            <a:srgbClr val="F26B43"/>
          </p15:clr>
        </p15:guide>
        <p15:guide id="6" orient="horz" pos="4553" userDrawn="1">
          <p15:clr>
            <a:srgbClr val="F26B43"/>
          </p15:clr>
        </p15:guide>
        <p15:guide id="7" orient="horz" pos="106"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1157" y="203609"/>
            <a:ext cx="10081260" cy="1815310"/>
          </a:xfrm>
          <a:prstGeom prst="rect">
            <a:avLst/>
          </a:prstGeom>
        </p:spPr>
        <p:txBody>
          <a:bodyPr vert="horz" lIns="36000" tIns="36000" rIns="0" bIns="0" rtlCol="0" anchor="t" anchorCtr="0">
            <a:noAutofit/>
          </a:bodyPr>
          <a:lstStyle/>
          <a:p>
            <a:r>
              <a:rPr lang="fr-FR" noProof="0"/>
              <a:t>Modifiez le style du titre</a:t>
            </a:r>
          </a:p>
        </p:txBody>
      </p:sp>
      <p:sp>
        <p:nvSpPr>
          <p:cNvPr id="3" name="Text Placeholder 2"/>
          <p:cNvSpPr>
            <a:spLocks noGrp="1"/>
          </p:cNvSpPr>
          <p:nvPr>
            <p:ph type="body" idx="1"/>
          </p:nvPr>
        </p:nvSpPr>
        <p:spPr>
          <a:xfrm>
            <a:off x="351155" y="2624328"/>
            <a:ext cx="8065453" cy="6048756"/>
          </a:xfrm>
          <a:prstGeom prst="rect">
            <a:avLst/>
          </a:prstGeom>
        </p:spPr>
        <p:txBody>
          <a:bodyPr vert="horz" lIns="36000" tIns="0" rIns="0" bIns="0" rtlCol="0">
            <a:no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2" name="Footnote" hidden="1"/>
          <p:cNvSpPr txBox="1"/>
          <p:nvPr>
            <p:custDataLst>
              <p:tags r:id="rId31"/>
            </p:custDataLst>
          </p:nvPr>
        </p:nvSpPr>
        <p:spPr>
          <a:xfrm>
            <a:off x="351155" y="8794059"/>
            <a:ext cx="8065454" cy="310239"/>
          </a:xfrm>
          <a:prstGeom prst="rect">
            <a:avLst/>
          </a:prstGeom>
          <a:noFill/>
        </p:spPr>
        <p:txBody>
          <a:bodyPr wrap="square" lIns="45360" tIns="0" rIns="0" bIns="0" rtlCol="0">
            <a:noAutofit/>
          </a:bodyPr>
          <a:lstStyle/>
          <a:p>
            <a:endParaRPr lang="fr-FR" sz="756" noProof="0">
              <a:latin typeface="Arial" panose="020B0604020202020204" pitchFamily="34" charset="0"/>
              <a:cs typeface="Arial" panose="020B0604020202020204" pitchFamily="34" charset="0"/>
            </a:endParaRPr>
          </a:p>
        </p:txBody>
      </p:sp>
      <p:sp>
        <p:nvSpPr>
          <p:cNvPr id="4" name="AgendaTitleFrame" hidden="1"/>
          <p:cNvSpPr>
            <a:spLocks/>
          </p:cNvSpPr>
          <p:nvPr userDrawn="1">
            <p:custDataLst>
              <p:tags r:id="rId32"/>
            </p:custDataLst>
          </p:nvPr>
        </p:nvSpPr>
        <p:spPr bwMode="gray">
          <a:xfrm>
            <a:off x="10534059" y="-9542"/>
            <a:ext cx="1814602" cy="1046206"/>
          </a:xfrm>
          <a:custGeom>
            <a:avLst/>
            <a:gdLst>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08652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0220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846" h="1800200">
                <a:moveTo>
                  <a:pt x="0" y="0"/>
                </a:moveTo>
                <a:lnTo>
                  <a:pt x="3746846" y="0"/>
                </a:lnTo>
                <a:cubicBezTo>
                  <a:pt x="3746846" y="600067"/>
                  <a:pt x="3740220" y="1233263"/>
                  <a:pt x="3746846" y="1515278"/>
                </a:cubicBezTo>
                <a:cubicBezTo>
                  <a:pt x="2544280" y="1530739"/>
                  <a:pt x="1255575" y="1665470"/>
                  <a:pt x="0" y="1800200"/>
                </a:cubicBezTo>
                <a:lnTo>
                  <a:pt x="0" y="0"/>
                </a:ln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8" b="1">
              <a:solidFill>
                <a:srgbClr val="000000"/>
              </a:solidFill>
              <a:latin typeface="Arial" panose="020B0604020202020204" pitchFamily="34" charset="0"/>
              <a:cs typeface="Arial" panose="020B0604020202020204" pitchFamily="34" charset="0"/>
            </a:endParaRPr>
          </a:p>
        </p:txBody>
      </p:sp>
      <p:sp>
        <p:nvSpPr>
          <p:cNvPr id="6" name="Footer" hidden="1"/>
          <p:cNvSpPr txBox="1">
            <a:spLocks/>
          </p:cNvSpPr>
          <p:nvPr userDrawn="1">
            <p:custDataLst>
              <p:tags r:id="rId33"/>
            </p:custDataLst>
          </p:nvPr>
        </p:nvSpPr>
        <p:spPr>
          <a:xfrm>
            <a:off x="351155" y="9034671"/>
            <a:ext cx="8065453" cy="390202"/>
          </a:xfrm>
          <a:prstGeom prst="rect">
            <a:avLst/>
          </a:prstGeom>
          <a:noFill/>
        </p:spPr>
        <p:txBody>
          <a:bodyPr wrap="square" lIns="0" tIns="0" rIns="0" bIns="0" rtlCol="0" anchor="ctr" anchorCtr="0">
            <a:noAutofit/>
          </a:bodyPr>
          <a:lstStyle/>
          <a:p>
            <a:fld id="{F91B3E65-E11D-4345-A262-0325D9205E6D}" type="slidenum">
              <a:rPr lang="fr-FR" sz="1260" smtClean="0">
                <a:solidFill>
                  <a:srgbClr val="808080"/>
                </a:solidFill>
                <a:latin typeface="Arial" panose="020B0604020202020204" pitchFamily="34" charset="0"/>
                <a:cs typeface="Arial" panose="020B0604020202020204" pitchFamily="34" charset="0"/>
              </a:rPr>
              <a:t>‹N°›</a:t>
            </a:fld>
            <a:r>
              <a:rPr lang="fr-FR" sz="1260">
                <a:solidFill>
                  <a:srgbClr val="808080"/>
                </a:solidFill>
                <a:latin typeface="Arial" panose="020B0604020202020204" pitchFamily="34" charset="0"/>
                <a:cs typeface="Arial" panose="020B0604020202020204" pitchFamily="34" charset="0"/>
              </a:rPr>
              <a:t>/0 |</a:t>
            </a:r>
            <a:r>
              <a:rPr lang="fr-FR" sz="882">
                <a:solidFill>
                  <a:srgbClr val="808080"/>
                </a:solidFill>
                <a:latin typeface="Arial" panose="020B0604020202020204" pitchFamily="34" charset="0"/>
                <a:cs typeface="Arial" panose="020B0604020202020204" pitchFamily="34" charset="0"/>
              </a:rPr>
              <a:t> PowerPoint-</a:t>
            </a:r>
            <a:r>
              <a:rPr lang="fr-FR" sz="882" err="1">
                <a:solidFill>
                  <a:srgbClr val="808080"/>
                </a:solidFill>
                <a:latin typeface="Arial" panose="020B0604020202020204" pitchFamily="34" charset="0"/>
                <a:cs typeface="Arial" panose="020B0604020202020204" pitchFamily="34" charset="0"/>
              </a:rPr>
              <a:t>Präsentation</a:t>
            </a:r>
            <a:r>
              <a:rPr lang="fr-FR" sz="882">
                <a:solidFill>
                  <a:srgbClr val="808080"/>
                </a:solidFill>
                <a:latin typeface="Arial" panose="020B0604020202020204" pitchFamily="34" charset="0"/>
                <a:cs typeface="Arial" panose="020B0604020202020204" pitchFamily="34" charset="0"/>
              </a:rPr>
              <a:t> | </a:t>
            </a:r>
            <a:r>
              <a:rPr lang="fr-FR" sz="882" err="1">
                <a:solidFill>
                  <a:srgbClr val="808080"/>
                </a:solidFill>
                <a:latin typeface="Arial" panose="020B0604020202020204" pitchFamily="34" charset="0"/>
                <a:cs typeface="Arial" panose="020B0604020202020204" pitchFamily="34" charset="0"/>
              </a:rPr>
              <a:t>Öffentlich</a:t>
            </a:r>
            <a:r>
              <a:rPr lang="fr-FR" sz="882">
                <a:solidFill>
                  <a:srgbClr val="808080"/>
                </a:solidFill>
                <a:latin typeface="Arial" panose="020B0604020202020204" pitchFamily="34" charset="0"/>
                <a:cs typeface="Arial" panose="020B0604020202020204" pitchFamily="34" charset="0"/>
              </a:rPr>
              <a:t> | 16.09.2014</a:t>
            </a:r>
          </a:p>
        </p:txBody>
      </p:sp>
      <p:sp>
        <p:nvSpPr>
          <p:cNvPr id="8" name="MSIPCMContentMarking" descr="{&quot;HashCode&quot;:1548175033,&quot;Placement&quot;:&quot;Footer&quot;,&quot;Top&quot;:429.343,&quot;Left&quot;:325.1166,&quot;SlideWidth&quot;:720,&quot;SlideHeight&quot;:450}">
            <a:extLst>
              <a:ext uri="{FF2B5EF4-FFF2-40B4-BE49-F238E27FC236}">
                <a16:creationId xmlns:a16="http://schemas.microsoft.com/office/drawing/2014/main" id="{BD9E567E-B762-4C9E-B6E4-78B2BCCBCB1F}"/>
              </a:ext>
            </a:extLst>
          </p:cNvPr>
          <p:cNvSpPr txBox="1"/>
          <p:nvPr userDrawn="1"/>
        </p:nvSpPr>
        <p:spPr>
          <a:xfrm>
            <a:off x="5780575" y="9283882"/>
            <a:ext cx="1240452" cy="193899"/>
          </a:xfrm>
          <a:prstGeom prst="rect">
            <a:avLst/>
          </a:prstGeom>
          <a:noFill/>
        </p:spPr>
        <p:txBody>
          <a:bodyPr vert="horz" wrap="square" lIns="0" tIns="0" rIns="0" bIns="0" rtlCol="0" anchor="ctr" anchorCtr="1">
            <a:spAutoFit/>
          </a:bodyPr>
          <a:lstStyle/>
          <a:p>
            <a:pPr algn="ctr">
              <a:spcBef>
                <a:spcPts val="0"/>
              </a:spcBef>
              <a:spcAft>
                <a:spcPts val="0"/>
              </a:spcAft>
            </a:pPr>
            <a:r>
              <a:rPr lang="fr-FR" sz="1260">
                <a:solidFill>
                  <a:srgbClr val="000000"/>
                </a:solidFill>
                <a:latin typeface="Calibri" panose="020F0502020204030204" pitchFamily="34" charset="0"/>
              </a:rPr>
              <a:t>C1 - Interne</a:t>
            </a:r>
          </a:p>
        </p:txBody>
      </p:sp>
      <p:pic>
        <p:nvPicPr>
          <p:cNvPr id="15" name="Image 14">
            <a:extLst>
              <a:ext uri="{FF2B5EF4-FFF2-40B4-BE49-F238E27FC236}">
                <a16:creationId xmlns:a16="http://schemas.microsoft.com/office/drawing/2014/main" id="{D21E9DC5-A049-46AB-A7BE-E42E5DCD0F54}"/>
              </a:ext>
            </a:extLst>
          </p:cNvPr>
          <p:cNvPicPr>
            <a:picLocks noChangeAspect="1"/>
          </p:cNvPicPr>
          <p:nvPr userDrawn="1">
            <p:custDataLst>
              <p:tags r:id="rId34"/>
            </p:custDataLst>
          </p:nvPr>
        </p:nvPicPr>
        <p:blipFill>
          <a:blip r:embed="rId35" cstate="print">
            <a:extLst>
              <a:ext uri="{28A0092B-C50C-407E-A947-70E740481C1C}">
                <a14:useLocalDpi xmlns:a14="http://schemas.microsoft.com/office/drawing/2010/main" val="0"/>
              </a:ext>
            </a:extLst>
          </a:blip>
          <a:stretch>
            <a:fillRect/>
          </a:stretch>
        </p:blipFill>
        <p:spPr bwMode="gray">
          <a:xfrm>
            <a:off x="318235" y="8881229"/>
            <a:ext cx="561877" cy="469568"/>
          </a:xfrm>
          <a:prstGeom prst="rect">
            <a:avLst/>
          </a:prstGeom>
        </p:spPr>
      </p:pic>
      <p:sp>
        <p:nvSpPr>
          <p:cNvPr id="9" name="Espace réservé du pied de page 8">
            <a:extLst>
              <a:ext uri="{FF2B5EF4-FFF2-40B4-BE49-F238E27FC236}">
                <a16:creationId xmlns:a16="http://schemas.microsoft.com/office/drawing/2014/main" id="{7C5FC2F2-C370-3217-9F8F-1FCBEBFB2221}"/>
              </a:ext>
            </a:extLst>
          </p:cNvPr>
          <p:cNvSpPr>
            <a:spLocks noGrp="1"/>
          </p:cNvSpPr>
          <p:nvPr>
            <p:ph type="ftr" sz="quarter" idx="3"/>
          </p:nvPr>
        </p:nvSpPr>
        <p:spPr>
          <a:xfrm>
            <a:off x="992496" y="8899780"/>
            <a:ext cx="4909923" cy="509396"/>
          </a:xfrm>
          <a:prstGeom prst="rect">
            <a:avLst/>
          </a:prstGeom>
        </p:spPr>
        <p:txBody>
          <a:bodyPr vert="horz" lIns="91440" tIns="45720" rIns="91440" bIns="45720" rtlCol="0" anchor="ctr"/>
          <a:lstStyle>
            <a:lvl1pPr algn="ctr">
              <a:defRPr sz="1260">
                <a:solidFill>
                  <a:schemeClr val="tx1">
                    <a:tint val="75000"/>
                  </a:schemeClr>
                </a:solidFill>
              </a:defRPr>
            </a:lvl1pPr>
          </a:lstStyle>
          <a:p>
            <a:r>
              <a:rPr lang="fr-FR"/>
              <a:t>Event Hub – Dossier de choix</a:t>
            </a:r>
          </a:p>
        </p:txBody>
      </p:sp>
      <p:sp>
        <p:nvSpPr>
          <p:cNvPr id="10" name="Espace réservé du numéro de diapositive 9">
            <a:extLst>
              <a:ext uri="{FF2B5EF4-FFF2-40B4-BE49-F238E27FC236}">
                <a16:creationId xmlns:a16="http://schemas.microsoft.com/office/drawing/2014/main" id="{11A04A1D-E845-978E-643D-57F3C79E8D19}"/>
              </a:ext>
            </a:extLst>
          </p:cNvPr>
          <p:cNvSpPr>
            <a:spLocks noGrp="1"/>
          </p:cNvSpPr>
          <p:nvPr>
            <p:ph type="sldNum" sz="quarter" idx="4"/>
          </p:nvPr>
        </p:nvSpPr>
        <p:spPr>
          <a:xfrm>
            <a:off x="10541858" y="8899780"/>
            <a:ext cx="1702114" cy="509396"/>
          </a:xfrm>
          <a:prstGeom prst="rect">
            <a:avLst/>
          </a:prstGeom>
        </p:spPr>
        <p:txBody>
          <a:bodyPr vert="horz" lIns="91440" tIns="45720" rIns="91440" bIns="45720" rtlCol="0" anchor="ctr"/>
          <a:lstStyle>
            <a:lvl1pPr algn="r">
              <a:defRPr sz="1260" b="1">
                <a:solidFill>
                  <a:schemeClr val="tx1">
                    <a:tint val="75000"/>
                  </a:schemeClr>
                </a:solidFill>
              </a:defRPr>
            </a:lvl1pPr>
          </a:lstStyle>
          <a:p>
            <a:fld id="{6171D845-F8B3-4BB2-8773-5DDC88305775}" type="slidenum">
              <a:rPr lang="fr-FR" smtClean="0"/>
              <a:pPr/>
              <a:t>‹N°›</a:t>
            </a:fld>
            <a:endParaRPr lang="fr-FR"/>
          </a:p>
        </p:txBody>
      </p:sp>
    </p:spTree>
    <p:extLst>
      <p:ext uri="{BB962C8B-B14F-4D97-AF65-F5344CB8AC3E}">
        <p14:creationId xmlns:p14="http://schemas.microsoft.com/office/powerpoint/2010/main" val="763995086"/>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 id="2147483888" r:id="rId6"/>
    <p:sldLayoutId id="2147483889" r:id="rId7"/>
    <p:sldLayoutId id="2147483890" r:id="rId8"/>
    <p:sldLayoutId id="2147483891" r:id="rId9"/>
    <p:sldLayoutId id="2147483892" r:id="rId10"/>
    <p:sldLayoutId id="2147483893" r:id="rId11"/>
    <p:sldLayoutId id="2147483894"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Lst>
  <p:hf hdr="0" ftr="0" dt="0"/>
  <p:txStyles>
    <p:titleStyle>
      <a:lvl1pPr algn="l" defTabSz="1152144" rtl="0" eaLnBrk="1" latinLnBrk="0" hangingPunct="1">
        <a:spcBef>
          <a:spcPct val="0"/>
        </a:spcBef>
        <a:buNone/>
        <a:defRPr sz="4032"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6800" indent="-226800" algn="l" defTabSz="1152144" rtl="0" eaLnBrk="1" latinLnBrk="0" hangingPunct="1">
        <a:lnSpc>
          <a:spcPct val="100000"/>
        </a:lnSpc>
        <a:spcBef>
          <a:spcPts val="0"/>
        </a:spcBef>
        <a:spcAft>
          <a:spcPts val="1008"/>
        </a:spcAft>
        <a:buClr>
          <a:srgbClr val="D82034"/>
        </a:buClr>
        <a:buFont typeface="Arial" panose="020B0604020202020204" pitchFamily="34" charset="0"/>
        <a:buChar char="•"/>
        <a:defRPr sz="2016" kern="1200">
          <a:solidFill>
            <a:schemeClr val="tx1"/>
          </a:solidFill>
          <a:latin typeface="Arial" panose="020B0604020202020204" pitchFamily="34" charset="0"/>
          <a:ea typeface="+mn-ea"/>
          <a:cs typeface="Arial" panose="020B0604020202020204" pitchFamily="34" charset="0"/>
        </a:defRPr>
      </a:lvl1pPr>
      <a:lvl2pPr marL="498960" indent="-226800" algn="l" defTabSz="1152144" rtl="0" eaLnBrk="1" latinLnBrk="0" hangingPunct="1">
        <a:lnSpc>
          <a:spcPct val="100000"/>
        </a:lnSpc>
        <a:spcBef>
          <a:spcPts val="0"/>
        </a:spcBef>
        <a:spcAft>
          <a:spcPts val="756"/>
        </a:spcAft>
        <a:buClr>
          <a:srgbClr val="D82034"/>
        </a:buClr>
        <a:buFont typeface="Arial" panose="020B0604020202020204" pitchFamily="34" charset="0"/>
        <a:buChar char="–"/>
        <a:defRPr sz="1890" kern="1200">
          <a:solidFill>
            <a:schemeClr val="tx1"/>
          </a:solidFill>
          <a:latin typeface="Arial" panose="020B0604020202020204" pitchFamily="34" charset="0"/>
          <a:ea typeface="+mn-ea"/>
          <a:cs typeface="Arial" panose="020B0604020202020204" pitchFamily="34" charset="0"/>
        </a:defRPr>
      </a:lvl2pPr>
      <a:lvl3pPr marL="680400" indent="-226800" algn="l" defTabSz="1152144" rtl="0" eaLnBrk="1" latinLnBrk="0" hangingPunct="1">
        <a:lnSpc>
          <a:spcPct val="100000"/>
        </a:lnSpc>
        <a:spcBef>
          <a:spcPts val="0"/>
        </a:spcBef>
        <a:spcAft>
          <a:spcPts val="756"/>
        </a:spcAft>
        <a:buClr>
          <a:srgbClr val="D82034"/>
        </a:buClr>
        <a:buFont typeface="Arial" panose="020B0604020202020204" pitchFamily="34" charset="0"/>
        <a:buChar char="•"/>
        <a:defRPr sz="1764" kern="1200">
          <a:solidFill>
            <a:schemeClr val="tx1"/>
          </a:solidFill>
          <a:latin typeface="Arial" panose="020B0604020202020204" pitchFamily="34" charset="0"/>
          <a:ea typeface="+mn-ea"/>
          <a:cs typeface="Arial" panose="020B0604020202020204" pitchFamily="34" charset="0"/>
        </a:defRPr>
      </a:lvl3pPr>
      <a:lvl4pPr marL="906114" indent="-226029" algn="l" defTabSz="1152144" rtl="0" eaLnBrk="1" latinLnBrk="0" hangingPunct="1">
        <a:lnSpc>
          <a:spcPct val="100000"/>
        </a:lnSpc>
        <a:spcBef>
          <a:spcPts val="0"/>
        </a:spcBef>
        <a:spcAft>
          <a:spcPts val="756"/>
        </a:spcAft>
        <a:buClr>
          <a:srgbClr val="D82034"/>
        </a:buClr>
        <a:buFont typeface="Arial" panose="020B0604020202020204" pitchFamily="34" charset="0"/>
        <a:buChar char="–"/>
        <a:defRPr sz="1638" kern="1200">
          <a:solidFill>
            <a:schemeClr val="tx1"/>
          </a:solidFill>
          <a:latin typeface="Arial" panose="020B0604020202020204" pitchFamily="34" charset="0"/>
          <a:ea typeface="+mn-ea"/>
          <a:cs typeface="Arial" panose="020B0604020202020204" pitchFamily="34" charset="0"/>
        </a:defRPr>
      </a:lvl4pPr>
      <a:lvl5pPr marL="1124928" indent="-226029" algn="l" defTabSz="1356170" rtl="0" eaLnBrk="1" latinLnBrk="0" hangingPunct="1">
        <a:lnSpc>
          <a:spcPct val="100000"/>
        </a:lnSpc>
        <a:spcBef>
          <a:spcPts val="0"/>
        </a:spcBef>
        <a:spcAft>
          <a:spcPts val="756"/>
        </a:spcAft>
        <a:buClr>
          <a:srgbClr val="D82034"/>
        </a:buClr>
        <a:buFont typeface="Arial" panose="020B0604020202020204" pitchFamily="34" charset="0"/>
        <a:buChar char="•"/>
        <a:tabLst/>
        <a:defRPr sz="1512" kern="1200">
          <a:solidFill>
            <a:schemeClr val="tx1"/>
          </a:solidFill>
          <a:latin typeface="Arial" panose="020B0604020202020204" pitchFamily="34" charset="0"/>
          <a:ea typeface="+mn-ea"/>
          <a:cs typeface="Arial" panose="020B0604020202020204" pitchFamily="34" charset="0"/>
        </a:defRPr>
      </a:lvl5pPr>
      <a:lvl6pPr marL="1351728" indent="-226800" algn="l" defTabSz="1152144" rtl="0" eaLnBrk="1" latinLnBrk="0" hangingPunct="1">
        <a:spcBef>
          <a:spcPts val="0"/>
        </a:spcBef>
        <a:spcAft>
          <a:spcPts val="756"/>
        </a:spcAft>
        <a:buClr>
          <a:srgbClr val="D82034"/>
        </a:buClr>
        <a:buFont typeface="Arial" panose="020B0604020202020204" pitchFamily="34" charset="0"/>
        <a:buChar char="–"/>
        <a:defRPr sz="1512" kern="1200">
          <a:solidFill>
            <a:schemeClr val="tx1"/>
          </a:solidFill>
          <a:latin typeface="+mn-lt"/>
          <a:ea typeface="+mn-ea"/>
          <a:cs typeface="+mn-cs"/>
        </a:defRPr>
      </a:lvl6pPr>
      <a:lvl7pPr marL="1546776" indent="-226800" algn="l" defTabSz="1152144" rtl="0" eaLnBrk="1" latinLnBrk="0" hangingPunct="1">
        <a:spcBef>
          <a:spcPts val="0"/>
        </a:spcBef>
        <a:spcAft>
          <a:spcPts val="756"/>
        </a:spcAft>
        <a:buClr>
          <a:srgbClr val="D82034"/>
        </a:buClr>
        <a:buFont typeface="Arial" panose="020B0604020202020204" pitchFamily="34" charset="0"/>
        <a:buChar char="•"/>
        <a:defRPr sz="1512" kern="1200">
          <a:solidFill>
            <a:schemeClr val="tx1"/>
          </a:solidFill>
          <a:latin typeface="+mn-lt"/>
          <a:ea typeface="+mn-ea"/>
          <a:cs typeface="+mn-cs"/>
        </a:defRPr>
      </a:lvl7pPr>
      <a:lvl8pPr marL="1782648" indent="-226800" algn="l" defTabSz="1152144" rtl="0" eaLnBrk="1" latinLnBrk="0" hangingPunct="1">
        <a:spcBef>
          <a:spcPts val="0"/>
        </a:spcBef>
        <a:spcAft>
          <a:spcPts val="756"/>
        </a:spcAft>
        <a:buClr>
          <a:srgbClr val="D82034"/>
        </a:buClr>
        <a:buFont typeface="Arial" panose="020B0604020202020204" pitchFamily="34" charset="0"/>
        <a:buChar char="–"/>
        <a:defRPr sz="1512" kern="1200">
          <a:solidFill>
            <a:schemeClr val="tx1"/>
          </a:solidFill>
          <a:latin typeface="+mn-lt"/>
          <a:ea typeface="+mn-ea"/>
          <a:cs typeface="+mn-cs"/>
        </a:defRPr>
      </a:lvl8pPr>
      <a:lvl9pPr marL="2018520" indent="-226800" algn="l" defTabSz="1152144" rtl="0" eaLnBrk="1" latinLnBrk="0" hangingPunct="1">
        <a:spcBef>
          <a:spcPts val="0"/>
        </a:spcBef>
        <a:spcAft>
          <a:spcPts val="756"/>
        </a:spcAft>
        <a:buClr>
          <a:srgbClr val="D82034"/>
        </a:buClr>
        <a:buFont typeface="Arial" panose="020B0604020202020204" pitchFamily="34" charset="0"/>
        <a:buChar char="•"/>
        <a:defRPr sz="1512" kern="1200">
          <a:solidFill>
            <a:schemeClr val="tx1"/>
          </a:solidFill>
          <a:latin typeface="+mn-lt"/>
          <a:ea typeface="+mn-ea"/>
          <a:cs typeface="+mn-cs"/>
        </a:defRPr>
      </a:lvl9pPr>
    </p:bodyStyle>
    <p:otherStyle>
      <a:defPPr>
        <a:defRPr lang="en-US"/>
      </a:defPPr>
      <a:lvl1pPr marL="0" algn="l" defTabSz="1152144" rtl="0" eaLnBrk="1" latinLnBrk="0" hangingPunct="1">
        <a:defRPr sz="2268" kern="1200">
          <a:solidFill>
            <a:schemeClr val="tx1"/>
          </a:solidFill>
          <a:latin typeface="+mn-lt"/>
          <a:ea typeface="+mn-ea"/>
          <a:cs typeface="+mn-cs"/>
        </a:defRPr>
      </a:lvl1pPr>
      <a:lvl2pPr marL="576072" algn="l" defTabSz="1152144" rtl="0" eaLnBrk="1" latinLnBrk="0" hangingPunct="1">
        <a:defRPr sz="2268" kern="1200">
          <a:solidFill>
            <a:schemeClr val="tx1"/>
          </a:solidFill>
          <a:latin typeface="+mn-lt"/>
          <a:ea typeface="+mn-ea"/>
          <a:cs typeface="+mn-cs"/>
        </a:defRPr>
      </a:lvl2pPr>
      <a:lvl3pPr marL="1152144" algn="l" defTabSz="1152144" rtl="0" eaLnBrk="1" latinLnBrk="0" hangingPunct="1">
        <a:defRPr sz="2268" kern="1200">
          <a:solidFill>
            <a:schemeClr val="tx1"/>
          </a:solidFill>
          <a:latin typeface="+mn-lt"/>
          <a:ea typeface="+mn-ea"/>
          <a:cs typeface="+mn-cs"/>
        </a:defRPr>
      </a:lvl3pPr>
      <a:lvl4pPr marL="1728216" algn="l" defTabSz="1152144" rtl="0" eaLnBrk="1" latinLnBrk="0" hangingPunct="1">
        <a:defRPr sz="2268" kern="1200">
          <a:solidFill>
            <a:schemeClr val="tx1"/>
          </a:solidFill>
          <a:latin typeface="+mn-lt"/>
          <a:ea typeface="+mn-ea"/>
          <a:cs typeface="+mn-cs"/>
        </a:defRPr>
      </a:lvl4pPr>
      <a:lvl5pPr marL="2304288" algn="l" defTabSz="1152144" rtl="0" eaLnBrk="1" latinLnBrk="0" hangingPunct="1">
        <a:defRPr sz="2268" kern="1200">
          <a:solidFill>
            <a:schemeClr val="tx1"/>
          </a:solidFill>
          <a:latin typeface="+mn-lt"/>
          <a:ea typeface="+mn-ea"/>
          <a:cs typeface="+mn-cs"/>
        </a:defRPr>
      </a:lvl5pPr>
      <a:lvl6pPr marL="2880360" algn="l" defTabSz="1152144" rtl="0" eaLnBrk="1" latinLnBrk="0" hangingPunct="1">
        <a:defRPr sz="2268" kern="1200">
          <a:solidFill>
            <a:schemeClr val="tx1"/>
          </a:solidFill>
          <a:latin typeface="+mn-lt"/>
          <a:ea typeface="+mn-ea"/>
          <a:cs typeface="+mn-cs"/>
        </a:defRPr>
      </a:lvl6pPr>
      <a:lvl7pPr marL="3456432" algn="l" defTabSz="1152144" rtl="0" eaLnBrk="1" latinLnBrk="0" hangingPunct="1">
        <a:defRPr sz="2268" kern="1200">
          <a:solidFill>
            <a:schemeClr val="tx1"/>
          </a:solidFill>
          <a:latin typeface="+mn-lt"/>
          <a:ea typeface="+mn-ea"/>
          <a:cs typeface="+mn-cs"/>
        </a:defRPr>
      </a:lvl7pPr>
      <a:lvl8pPr marL="4032504" algn="l" defTabSz="1152144" rtl="0" eaLnBrk="1" latinLnBrk="0" hangingPunct="1">
        <a:defRPr sz="2268" kern="1200">
          <a:solidFill>
            <a:schemeClr val="tx1"/>
          </a:solidFill>
          <a:latin typeface="+mn-lt"/>
          <a:ea typeface="+mn-ea"/>
          <a:cs typeface="+mn-cs"/>
        </a:defRPr>
      </a:lvl8pPr>
      <a:lvl9pPr marL="4608576" algn="l" defTabSz="1152144" rtl="0" eaLnBrk="1" latinLnBrk="0" hangingPunct="1">
        <a:defRPr sz="2268"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58">
          <p15:clr>
            <a:srgbClr val="F26B43"/>
          </p15:clr>
        </p15:guide>
        <p15:guide id="2" pos="3787">
          <p15:clr>
            <a:srgbClr val="F26B43"/>
          </p15:clr>
        </p15:guide>
        <p15:guide id="3" pos="4740">
          <p15:clr>
            <a:srgbClr val="F26B43"/>
          </p15:clr>
        </p15:guide>
        <p15:guide id="4" pos="5556">
          <p15:clr>
            <a:srgbClr val="F26B43"/>
          </p15:clr>
        </p15:guide>
        <p15:guide id="5" orient="horz" pos="984">
          <p15:clr>
            <a:srgbClr val="F26B43"/>
          </p15:clr>
        </p15:guide>
        <p15:guide id="6" orient="horz" pos="3252">
          <p15:clr>
            <a:srgbClr val="F26B43"/>
          </p15:clr>
        </p15:guide>
        <p15:guide id="7" orient="horz" pos="7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1156" y="203609"/>
            <a:ext cx="10081260" cy="1815311"/>
          </a:xfrm>
          <a:prstGeom prst="rect">
            <a:avLst/>
          </a:prstGeom>
        </p:spPr>
        <p:txBody>
          <a:bodyPr vert="horz" lIns="36000" tIns="36000" rIns="0" bIns="0" rtlCol="0" anchor="t" anchorCtr="0">
            <a:noAutofit/>
          </a:bodyPr>
          <a:lstStyle/>
          <a:p>
            <a:r>
              <a:rPr lang="fr-FR" noProof="0"/>
              <a:t>Modifiez le style du titre</a:t>
            </a:r>
          </a:p>
        </p:txBody>
      </p:sp>
      <p:sp>
        <p:nvSpPr>
          <p:cNvPr id="3" name="Text Placeholder 2"/>
          <p:cNvSpPr>
            <a:spLocks noGrp="1"/>
          </p:cNvSpPr>
          <p:nvPr>
            <p:ph type="body" idx="1"/>
          </p:nvPr>
        </p:nvSpPr>
        <p:spPr>
          <a:xfrm>
            <a:off x="351155" y="2624328"/>
            <a:ext cx="8065453" cy="6048756"/>
          </a:xfrm>
          <a:prstGeom prst="rect">
            <a:avLst/>
          </a:prstGeom>
        </p:spPr>
        <p:txBody>
          <a:bodyPr vert="horz" lIns="36000" tIns="0" rIns="0" bIns="0" rtlCol="0">
            <a:no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12" name="Footnote" hidden="1"/>
          <p:cNvSpPr txBox="1"/>
          <p:nvPr>
            <p:custDataLst>
              <p:tags r:id="rId18"/>
            </p:custDataLst>
          </p:nvPr>
        </p:nvSpPr>
        <p:spPr>
          <a:xfrm>
            <a:off x="351154" y="8794057"/>
            <a:ext cx="8065455" cy="310239"/>
          </a:xfrm>
          <a:prstGeom prst="rect">
            <a:avLst/>
          </a:prstGeom>
          <a:noFill/>
        </p:spPr>
        <p:txBody>
          <a:bodyPr wrap="square" lIns="50400" tIns="0" rIns="0" bIns="0" rtlCol="0">
            <a:noAutofit/>
          </a:bodyPr>
          <a:lstStyle/>
          <a:p>
            <a:endParaRPr lang="fr-FR" sz="840" noProof="0">
              <a:latin typeface="Arial" panose="020B0604020202020204" pitchFamily="34" charset="0"/>
              <a:cs typeface="Arial" panose="020B0604020202020204" pitchFamily="34" charset="0"/>
            </a:endParaRPr>
          </a:p>
        </p:txBody>
      </p:sp>
      <p:sp>
        <p:nvSpPr>
          <p:cNvPr id="4" name="AgendaTitleFrame" hidden="1"/>
          <p:cNvSpPr>
            <a:spLocks/>
          </p:cNvSpPr>
          <p:nvPr userDrawn="1">
            <p:custDataLst>
              <p:tags r:id="rId19"/>
            </p:custDataLst>
          </p:nvPr>
        </p:nvSpPr>
        <p:spPr bwMode="gray">
          <a:xfrm>
            <a:off x="10534059" y="-9543"/>
            <a:ext cx="1814602" cy="1046207"/>
          </a:xfrm>
          <a:custGeom>
            <a:avLst/>
            <a:gdLst>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800200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08652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0220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 name="connsiteX0" fmla="*/ 0 w 3746846"/>
              <a:gd name="connsiteY0" fmla="*/ 0 h 1800200"/>
              <a:gd name="connsiteX1" fmla="*/ 3746846 w 3746846"/>
              <a:gd name="connsiteY1" fmla="*/ 0 h 1800200"/>
              <a:gd name="connsiteX2" fmla="*/ 3746846 w 3746846"/>
              <a:gd name="connsiteY2" fmla="*/ 1515278 h 1800200"/>
              <a:gd name="connsiteX3" fmla="*/ 0 w 3746846"/>
              <a:gd name="connsiteY3" fmla="*/ 1800200 h 1800200"/>
              <a:gd name="connsiteX4" fmla="*/ 0 w 3746846"/>
              <a:gd name="connsiteY4" fmla="*/ 0 h 1800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846" h="1800200">
                <a:moveTo>
                  <a:pt x="0" y="0"/>
                </a:moveTo>
                <a:lnTo>
                  <a:pt x="3746846" y="0"/>
                </a:lnTo>
                <a:cubicBezTo>
                  <a:pt x="3746846" y="600067"/>
                  <a:pt x="3740220" y="1233263"/>
                  <a:pt x="3746846" y="1515278"/>
                </a:cubicBezTo>
                <a:cubicBezTo>
                  <a:pt x="2544280" y="1530739"/>
                  <a:pt x="1255575" y="1665470"/>
                  <a:pt x="0" y="1800200"/>
                </a:cubicBezTo>
                <a:lnTo>
                  <a:pt x="0" y="0"/>
                </a:lnTo>
                <a:close/>
              </a:path>
            </a:pathLst>
          </a:cu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120" b="1">
              <a:solidFill>
                <a:srgbClr val="000000"/>
              </a:solidFill>
              <a:latin typeface="Arial" panose="020B0604020202020204" pitchFamily="34" charset="0"/>
              <a:cs typeface="Arial" panose="020B0604020202020204" pitchFamily="34" charset="0"/>
            </a:endParaRPr>
          </a:p>
        </p:txBody>
      </p:sp>
      <p:sp>
        <p:nvSpPr>
          <p:cNvPr id="13" name="Status"/>
          <p:cNvSpPr txBox="1">
            <a:spLocks/>
          </p:cNvSpPr>
          <p:nvPr userDrawn="1">
            <p:custDataLst>
              <p:tags r:id="rId20"/>
            </p:custDataLst>
          </p:nvPr>
        </p:nvSpPr>
        <p:spPr bwMode="gray">
          <a:xfrm>
            <a:off x="11098845" y="2332848"/>
            <a:ext cx="1702756" cy="236988"/>
          </a:xfrm>
          <a:prstGeom prst="rect">
            <a:avLst/>
          </a:prstGeom>
          <a:solidFill>
            <a:srgbClr val="DFDFDF"/>
          </a:solidFill>
        </p:spPr>
        <p:txBody>
          <a:bodyPr wrap="none" lIns="100800" tIns="0" rIns="453600" bIns="0" rtlCol="0" anchor="ctr">
            <a:spAutoFit/>
          </a:bodyPr>
          <a:lstStyle/>
          <a:p>
            <a:pPr algn="r"/>
            <a:r>
              <a:rPr lang="fr-FR" sz="1540" cap="none" baseline="0">
                <a:solidFill>
                  <a:srgbClr val="000000"/>
                </a:solidFill>
                <a:latin typeface="Arial" panose="020B0604020202020204" pitchFamily="34" charset="0"/>
                <a:cs typeface="Arial" panose="020B0604020202020204" pitchFamily="34" charset="0"/>
              </a:rPr>
              <a:t>BROUILLON</a:t>
            </a:r>
          </a:p>
        </p:txBody>
      </p:sp>
      <p:sp>
        <p:nvSpPr>
          <p:cNvPr id="6" name="Footer" hidden="1"/>
          <p:cNvSpPr txBox="1">
            <a:spLocks/>
          </p:cNvSpPr>
          <p:nvPr userDrawn="1">
            <p:custDataLst>
              <p:tags r:id="rId21"/>
            </p:custDataLst>
          </p:nvPr>
        </p:nvSpPr>
        <p:spPr>
          <a:xfrm>
            <a:off x="351155" y="9034671"/>
            <a:ext cx="8065453" cy="390202"/>
          </a:xfrm>
          <a:prstGeom prst="rect">
            <a:avLst/>
          </a:prstGeom>
          <a:noFill/>
        </p:spPr>
        <p:txBody>
          <a:bodyPr wrap="square" lIns="0" tIns="0" rIns="0" bIns="0" rtlCol="0" anchor="ctr" anchorCtr="0">
            <a:noAutofit/>
          </a:bodyPr>
          <a:lstStyle/>
          <a:p>
            <a:fld id="{F91B3E65-E11D-4345-A262-0325D9205E6D}" type="slidenum">
              <a:rPr lang="fr-FR" sz="1400" smtClean="0">
                <a:solidFill>
                  <a:srgbClr val="808080"/>
                </a:solidFill>
                <a:latin typeface="Arial" panose="020B0604020202020204" pitchFamily="34" charset="0"/>
                <a:cs typeface="Arial" panose="020B0604020202020204" pitchFamily="34" charset="0"/>
              </a:rPr>
              <a:t>‹N°›</a:t>
            </a:fld>
            <a:r>
              <a:rPr lang="fr-FR" sz="1400">
                <a:solidFill>
                  <a:srgbClr val="808080"/>
                </a:solidFill>
                <a:latin typeface="Arial" panose="020B0604020202020204" pitchFamily="34" charset="0"/>
                <a:cs typeface="Arial" panose="020B0604020202020204" pitchFamily="34" charset="0"/>
              </a:rPr>
              <a:t>/0 |</a:t>
            </a:r>
            <a:r>
              <a:rPr lang="fr-FR" sz="980">
                <a:solidFill>
                  <a:srgbClr val="808080"/>
                </a:solidFill>
                <a:latin typeface="Arial" panose="020B0604020202020204" pitchFamily="34" charset="0"/>
                <a:cs typeface="Arial" panose="020B0604020202020204" pitchFamily="34" charset="0"/>
              </a:rPr>
              <a:t> PowerPoint-</a:t>
            </a:r>
            <a:r>
              <a:rPr lang="fr-FR" sz="980" err="1">
                <a:solidFill>
                  <a:srgbClr val="808080"/>
                </a:solidFill>
                <a:latin typeface="Arial" panose="020B0604020202020204" pitchFamily="34" charset="0"/>
                <a:cs typeface="Arial" panose="020B0604020202020204" pitchFamily="34" charset="0"/>
              </a:rPr>
              <a:t>Präsentation</a:t>
            </a:r>
            <a:r>
              <a:rPr lang="fr-FR" sz="980">
                <a:solidFill>
                  <a:srgbClr val="808080"/>
                </a:solidFill>
                <a:latin typeface="Arial" panose="020B0604020202020204" pitchFamily="34" charset="0"/>
                <a:cs typeface="Arial" panose="020B0604020202020204" pitchFamily="34" charset="0"/>
              </a:rPr>
              <a:t> | </a:t>
            </a:r>
            <a:r>
              <a:rPr lang="fr-FR" sz="980" err="1">
                <a:solidFill>
                  <a:srgbClr val="808080"/>
                </a:solidFill>
                <a:latin typeface="Arial" panose="020B0604020202020204" pitchFamily="34" charset="0"/>
                <a:cs typeface="Arial" panose="020B0604020202020204" pitchFamily="34" charset="0"/>
              </a:rPr>
              <a:t>Öffentlich</a:t>
            </a:r>
            <a:r>
              <a:rPr lang="fr-FR" sz="980">
                <a:solidFill>
                  <a:srgbClr val="808080"/>
                </a:solidFill>
                <a:latin typeface="Arial" panose="020B0604020202020204" pitchFamily="34" charset="0"/>
                <a:cs typeface="Arial" panose="020B0604020202020204" pitchFamily="34" charset="0"/>
              </a:rPr>
              <a:t> | 16.09.2014</a:t>
            </a:r>
          </a:p>
        </p:txBody>
      </p:sp>
      <p:sp>
        <p:nvSpPr>
          <p:cNvPr id="8" name="ZoneTexte 7">
            <a:extLst>
              <a:ext uri="{FF2B5EF4-FFF2-40B4-BE49-F238E27FC236}">
                <a16:creationId xmlns:a16="http://schemas.microsoft.com/office/drawing/2014/main" id="{BD9E567E-B762-4C9E-B6E4-78B2BCCBCB1F}"/>
              </a:ext>
            </a:extLst>
          </p:cNvPr>
          <p:cNvSpPr txBox="1"/>
          <p:nvPr>
            <p:extLst>
              <p:ext uri="{1162E1C5-73C7-4A58-AE30-91384D911F3F}">
                <p184:classification xmlns:p184="http://schemas.microsoft.com/office/powerpoint/2018/4/main" val="ftr"/>
              </p:ext>
            </p:extLst>
          </p:nvPr>
        </p:nvSpPr>
        <p:spPr>
          <a:xfrm>
            <a:off x="5975147" y="9345169"/>
            <a:ext cx="891223" cy="215444"/>
          </a:xfrm>
          <a:prstGeom prst="rect">
            <a:avLst/>
          </a:prstGeom>
        </p:spPr>
        <p:txBody>
          <a:bodyPr horzOverflow="overflow" lIns="0" tIns="0" rIns="0" bIns="0">
            <a:spAutoFit/>
          </a:bodyPr>
          <a:lstStyle/>
          <a:p>
            <a:pPr algn="ctr"/>
            <a:r>
              <a:rPr lang="fr-FR" sz="1400">
                <a:solidFill>
                  <a:srgbClr val="000000"/>
                </a:solidFill>
                <a:latin typeface="Calibri" panose="020F0502020204030204" pitchFamily="34" charset="0"/>
                <a:cs typeface="Calibri" panose="020F0502020204030204" pitchFamily="34" charset="0"/>
              </a:rPr>
              <a:t>C1 - Interne</a:t>
            </a:r>
          </a:p>
        </p:txBody>
      </p:sp>
      <p:pic>
        <p:nvPicPr>
          <p:cNvPr id="15" name="Image 14">
            <a:extLst>
              <a:ext uri="{FF2B5EF4-FFF2-40B4-BE49-F238E27FC236}">
                <a16:creationId xmlns:a16="http://schemas.microsoft.com/office/drawing/2014/main" id="{D21E9DC5-A049-46AB-A7BE-E42E5DCD0F54}"/>
              </a:ext>
            </a:extLst>
          </p:cNvPr>
          <p:cNvPicPr>
            <a:picLocks noChangeAspect="1"/>
          </p:cNvPicPr>
          <p:nvPr userDrawn="1">
            <p:custDataLst>
              <p:tags r:id="rId22"/>
            </p:custDataLst>
          </p:nvPr>
        </p:nvPicPr>
        <p:blipFill>
          <a:blip r:embed="rId23" cstate="print">
            <a:extLst>
              <a:ext uri="{28A0092B-C50C-407E-A947-70E740481C1C}">
                <a14:useLocalDpi xmlns:a14="http://schemas.microsoft.com/office/drawing/2010/main" val="0"/>
              </a:ext>
            </a:extLst>
          </a:blip>
          <a:stretch>
            <a:fillRect/>
          </a:stretch>
        </p:blipFill>
        <p:spPr bwMode="gray">
          <a:xfrm>
            <a:off x="11776332" y="8823149"/>
            <a:ext cx="561877" cy="469568"/>
          </a:xfrm>
          <a:prstGeom prst="rect">
            <a:avLst/>
          </a:prstGeom>
        </p:spPr>
      </p:pic>
    </p:spTree>
    <p:extLst>
      <p:ext uri="{BB962C8B-B14F-4D97-AF65-F5344CB8AC3E}">
        <p14:creationId xmlns:p14="http://schemas.microsoft.com/office/powerpoint/2010/main" val="3547546317"/>
      </p:ext>
    </p:extLst>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3924" r:id="rId12"/>
    <p:sldLayoutId id="2147483925" r:id="rId13"/>
    <p:sldLayoutId id="2147483926" r:id="rId14"/>
    <p:sldLayoutId id="2147483927" r:id="rId15"/>
    <p:sldLayoutId id="2147483928" r:id="rId16"/>
  </p:sldLayoutIdLst>
  <p:hf sldNum="0" hdr="0" ftr="0"/>
  <p:txStyles>
    <p:titleStyle>
      <a:lvl1pPr algn="l" defTabSz="1280160" rtl="0" eaLnBrk="1" latinLnBrk="0" hangingPunct="1">
        <a:spcBef>
          <a:spcPct val="0"/>
        </a:spcBef>
        <a:buNone/>
        <a:defRPr sz="448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52000" indent="-252000" algn="l" defTabSz="1280160" rtl="0" eaLnBrk="1" latinLnBrk="0" hangingPunct="1">
        <a:lnSpc>
          <a:spcPct val="100000"/>
        </a:lnSpc>
        <a:spcBef>
          <a:spcPts val="0"/>
        </a:spcBef>
        <a:spcAft>
          <a:spcPts val="1120"/>
        </a:spcAft>
        <a:buClr>
          <a:srgbClr val="D82034"/>
        </a:buClr>
        <a:buFont typeface="Arial" panose="020B0604020202020204" pitchFamily="34" charset="0"/>
        <a:buChar char="•"/>
        <a:defRPr sz="2240" kern="1200">
          <a:solidFill>
            <a:schemeClr val="tx1"/>
          </a:solidFill>
          <a:latin typeface="Arial" panose="020B0604020202020204" pitchFamily="34" charset="0"/>
          <a:ea typeface="+mn-ea"/>
          <a:cs typeface="Arial" panose="020B0604020202020204" pitchFamily="34" charset="0"/>
        </a:defRPr>
      </a:lvl1pPr>
      <a:lvl2pPr marL="554400" indent="-252000" algn="l" defTabSz="1280160" rtl="0" eaLnBrk="1" latinLnBrk="0" hangingPunct="1">
        <a:lnSpc>
          <a:spcPct val="100000"/>
        </a:lnSpc>
        <a:spcBef>
          <a:spcPts val="0"/>
        </a:spcBef>
        <a:spcAft>
          <a:spcPts val="840"/>
        </a:spcAft>
        <a:buClr>
          <a:srgbClr val="D82034"/>
        </a:buClr>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2pPr>
      <a:lvl3pPr marL="756000" indent="-252000" algn="l" defTabSz="1280160" rtl="0" eaLnBrk="1" latinLnBrk="0" hangingPunct="1">
        <a:lnSpc>
          <a:spcPct val="100000"/>
        </a:lnSpc>
        <a:spcBef>
          <a:spcPts val="0"/>
        </a:spcBef>
        <a:spcAft>
          <a:spcPts val="840"/>
        </a:spcAft>
        <a:buClr>
          <a:srgbClr val="D82034"/>
        </a:buClr>
        <a:buFont typeface="Arial" panose="020B0604020202020204" pitchFamily="34" charset="0"/>
        <a:buChar char="•"/>
        <a:defRPr sz="1960" kern="1200">
          <a:solidFill>
            <a:schemeClr val="tx1"/>
          </a:solidFill>
          <a:latin typeface="Arial" panose="020B0604020202020204" pitchFamily="34" charset="0"/>
          <a:ea typeface="+mn-ea"/>
          <a:cs typeface="Arial" panose="020B0604020202020204" pitchFamily="34" charset="0"/>
        </a:defRPr>
      </a:lvl3pPr>
      <a:lvl4pPr marL="1006793" indent="-251143" algn="l" defTabSz="1280160" rtl="0" eaLnBrk="1" latinLnBrk="0" hangingPunct="1">
        <a:lnSpc>
          <a:spcPct val="100000"/>
        </a:lnSpc>
        <a:spcBef>
          <a:spcPts val="0"/>
        </a:spcBef>
        <a:spcAft>
          <a:spcPts val="840"/>
        </a:spcAft>
        <a:buClr>
          <a:srgbClr val="D82034"/>
        </a:buClr>
        <a:buFont typeface="Arial" panose="020B0604020202020204" pitchFamily="34" charset="0"/>
        <a:buChar char="–"/>
        <a:defRPr sz="1820" kern="1200">
          <a:solidFill>
            <a:schemeClr val="tx1"/>
          </a:solidFill>
          <a:latin typeface="Arial" panose="020B0604020202020204" pitchFamily="34" charset="0"/>
          <a:ea typeface="+mn-ea"/>
          <a:cs typeface="Arial" panose="020B0604020202020204" pitchFamily="34" charset="0"/>
        </a:defRPr>
      </a:lvl4pPr>
      <a:lvl5pPr marL="1249920" indent="-251143" algn="l" defTabSz="1506855" rtl="0" eaLnBrk="1" latinLnBrk="0" hangingPunct="1">
        <a:lnSpc>
          <a:spcPct val="100000"/>
        </a:lnSpc>
        <a:spcBef>
          <a:spcPts val="0"/>
        </a:spcBef>
        <a:spcAft>
          <a:spcPts val="840"/>
        </a:spcAft>
        <a:buClr>
          <a:srgbClr val="D82034"/>
        </a:buClr>
        <a:buFont typeface="Arial" panose="020B0604020202020204" pitchFamily="34" charset="0"/>
        <a:buChar char="•"/>
        <a:tabLst/>
        <a:defRPr sz="1680" kern="1200">
          <a:solidFill>
            <a:schemeClr val="tx1"/>
          </a:solidFill>
          <a:latin typeface="Arial" panose="020B0604020202020204" pitchFamily="34" charset="0"/>
          <a:ea typeface="+mn-ea"/>
          <a:cs typeface="Arial" panose="020B0604020202020204" pitchFamily="34" charset="0"/>
        </a:defRPr>
      </a:lvl5pPr>
      <a:lvl6pPr marL="1501920" indent="-252000" algn="l" defTabSz="1280160" rtl="0" eaLnBrk="1" latinLnBrk="0" hangingPunct="1">
        <a:spcBef>
          <a:spcPts val="0"/>
        </a:spcBef>
        <a:spcAft>
          <a:spcPts val="840"/>
        </a:spcAft>
        <a:buClr>
          <a:srgbClr val="D82034"/>
        </a:buClr>
        <a:buFont typeface="Arial" panose="020B0604020202020204" pitchFamily="34" charset="0"/>
        <a:buChar char="–"/>
        <a:defRPr sz="1680" kern="1200">
          <a:solidFill>
            <a:schemeClr val="tx1"/>
          </a:solidFill>
          <a:latin typeface="+mn-lt"/>
          <a:ea typeface="+mn-ea"/>
          <a:cs typeface="+mn-cs"/>
        </a:defRPr>
      </a:lvl6pPr>
      <a:lvl7pPr marL="1718640" indent="-252000" algn="l" defTabSz="1280160" rtl="0" eaLnBrk="1" latinLnBrk="0" hangingPunct="1">
        <a:spcBef>
          <a:spcPts val="0"/>
        </a:spcBef>
        <a:spcAft>
          <a:spcPts val="840"/>
        </a:spcAft>
        <a:buClr>
          <a:srgbClr val="D82034"/>
        </a:buClr>
        <a:buFont typeface="Arial" panose="020B0604020202020204" pitchFamily="34" charset="0"/>
        <a:buChar char="•"/>
        <a:defRPr sz="1680" kern="1200">
          <a:solidFill>
            <a:schemeClr val="tx1"/>
          </a:solidFill>
          <a:latin typeface="+mn-lt"/>
          <a:ea typeface="+mn-ea"/>
          <a:cs typeface="+mn-cs"/>
        </a:defRPr>
      </a:lvl7pPr>
      <a:lvl8pPr marL="1980720" indent="-252000" algn="l" defTabSz="1280160" rtl="0" eaLnBrk="1" latinLnBrk="0" hangingPunct="1">
        <a:spcBef>
          <a:spcPts val="0"/>
        </a:spcBef>
        <a:spcAft>
          <a:spcPts val="840"/>
        </a:spcAft>
        <a:buClr>
          <a:srgbClr val="D82034"/>
        </a:buClr>
        <a:buFont typeface="Arial" panose="020B0604020202020204" pitchFamily="34" charset="0"/>
        <a:buChar char="–"/>
        <a:defRPr sz="1680" kern="1200">
          <a:solidFill>
            <a:schemeClr val="tx1"/>
          </a:solidFill>
          <a:latin typeface="+mn-lt"/>
          <a:ea typeface="+mn-ea"/>
          <a:cs typeface="+mn-cs"/>
        </a:defRPr>
      </a:lvl8pPr>
      <a:lvl9pPr marL="2242800" indent="-252000" algn="l" defTabSz="1280160" rtl="0" eaLnBrk="1" latinLnBrk="0" hangingPunct="1">
        <a:spcBef>
          <a:spcPts val="0"/>
        </a:spcBef>
        <a:spcAft>
          <a:spcPts val="840"/>
        </a:spcAft>
        <a:buClr>
          <a:srgbClr val="D82034"/>
        </a:buClr>
        <a:buFont typeface="Arial" panose="020B0604020202020204" pitchFamily="34" charset="0"/>
        <a:buChar char="•"/>
        <a:defRPr sz="1680" kern="1200">
          <a:solidFill>
            <a:schemeClr val="tx1"/>
          </a:solidFill>
          <a:latin typeface="+mn-lt"/>
          <a:ea typeface="+mn-ea"/>
          <a:cs typeface="+mn-cs"/>
        </a:defRPr>
      </a:lvl9pPr>
    </p:bodyStyle>
    <p:other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58">
          <p15:clr>
            <a:srgbClr val="F26B43"/>
          </p15:clr>
        </p15:guide>
        <p15:guide id="2" pos="3787">
          <p15:clr>
            <a:srgbClr val="F26B43"/>
          </p15:clr>
        </p15:guide>
        <p15:guide id="3" pos="4740">
          <p15:clr>
            <a:srgbClr val="F26B43"/>
          </p15:clr>
        </p15:guide>
        <p15:guide id="4" pos="5556">
          <p15:clr>
            <a:srgbClr val="F26B43"/>
          </p15:clr>
        </p15:guide>
        <p15:guide id="5" orient="horz" pos="984">
          <p15:clr>
            <a:srgbClr val="F26B43"/>
          </p15:clr>
        </p15:guide>
        <p15:guide id="6" orient="horz" pos="3252">
          <p15:clr>
            <a:srgbClr val="F26B43"/>
          </p15:clr>
        </p15:guide>
        <p15:guide id="7" orient="horz" pos="7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7.xml"/><Relationship Id="rId7" Type="http://schemas.openxmlformats.org/officeDocument/2006/relationships/image" Target="../media/image6.jpeg"/><Relationship Id="rId2" Type="http://schemas.openxmlformats.org/officeDocument/2006/relationships/tags" Target="../tags/tag250.xml"/><Relationship Id="rId1" Type="http://schemas.openxmlformats.org/officeDocument/2006/relationships/tags" Target="../tags/tag249.xml"/><Relationship Id="rId6" Type="http://schemas.openxmlformats.org/officeDocument/2006/relationships/image" Target="../media/image1.emf"/><Relationship Id="rId5" Type="http://schemas.openxmlformats.org/officeDocument/2006/relationships/image" Target="../media/image5.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112.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sv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2.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2.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7.sv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1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15.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2.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2.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1.xml"/><Relationship Id="rId13" Type="http://schemas.openxmlformats.org/officeDocument/2006/relationships/image" Target="../media/image20.png"/><Relationship Id="rId3" Type="http://schemas.openxmlformats.org/officeDocument/2006/relationships/image" Target="../media/image7.svg"/><Relationship Id="rId7" Type="http://schemas.openxmlformats.org/officeDocument/2006/relationships/image" Target="../media/image12.png"/><Relationship Id="rId12"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12.xml"/><Relationship Id="rId6" Type="http://schemas.openxmlformats.org/officeDocument/2006/relationships/image" Target="../media/image11.png"/><Relationship Id="rId11" Type="http://schemas.openxmlformats.org/officeDocument/2006/relationships/diagramColors" Target="../diagrams/colors1.xml"/><Relationship Id="rId5" Type="http://schemas.openxmlformats.org/officeDocument/2006/relationships/image" Target="../media/image17.png"/><Relationship Id="rId15" Type="http://schemas.openxmlformats.org/officeDocument/2006/relationships/image" Target="../media/image22.png"/><Relationship Id="rId10" Type="http://schemas.openxmlformats.org/officeDocument/2006/relationships/diagramQuickStyle" Target="../diagrams/quickStyle1.xml"/><Relationship Id="rId4" Type="http://schemas.openxmlformats.org/officeDocument/2006/relationships/image" Target="../media/image16.png"/><Relationship Id="rId9" Type="http://schemas.openxmlformats.org/officeDocument/2006/relationships/diagramLayout" Target="../diagrams/layout1.xml"/><Relationship Id="rId1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7.svg"/><Relationship Id="rId7" Type="http://schemas.openxmlformats.org/officeDocument/2006/relationships/image" Target="../media/image24.png"/><Relationship Id="rId12"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12.xml"/><Relationship Id="rId6" Type="http://schemas.openxmlformats.org/officeDocument/2006/relationships/image" Target="../media/image10.png"/><Relationship Id="rId11"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23.png"/><Relationship Id="rId9"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2.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22.png"/><Relationship Id="rId3" Type="http://schemas.openxmlformats.org/officeDocument/2006/relationships/image" Target="../media/image7.svg"/><Relationship Id="rId7" Type="http://schemas.openxmlformats.org/officeDocument/2006/relationships/image" Target="../media/image12.png"/><Relationship Id="rId12"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12.xml"/><Relationship Id="rId6" Type="http://schemas.openxmlformats.org/officeDocument/2006/relationships/image" Target="../media/image11.png"/><Relationship Id="rId11" Type="http://schemas.openxmlformats.org/officeDocument/2006/relationships/diagramColors" Target="../diagrams/colors2.xml"/><Relationship Id="rId5" Type="http://schemas.openxmlformats.org/officeDocument/2006/relationships/image" Target="../media/image17.png"/><Relationship Id="rId15" Type="http://schemas.openxmlformats.org/officeDocument/2006/relationships/image" Target="../media/image25.png"/><Relationship Id="rId10" Type="http://schemas.openxmlformats.org/officeDocument/2006/relationships/diagramQuickStyle" Target="../diagrams/quickStyle2.xml"/><Relationship Id="rId4" Type="http://schemas.openxmlformats.org/officeDocument/2006/relationships/image" Target="../media/image16.png"/><Relationship Id="rId9" Type="http://schemas.openxmlformats.org/officeDocument/2006/relationships/diagramLayout" Target="../diagrams/layout2.xml"/><Relationship Id="rId1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e toile de points reliés">
            <a:extLst>
              <a:ext uri="{FF2B5EF4-FFF2-40B4-BE49-F238E27FC236}">
                <a16:creationId xmlns:a16="http://schemas.microsoft.com/office/drawing/2014/main" id="{58FCF8C0-9056-AB67-D023-C9EDB717CF9C}"/>
              </a:ext>
            </a:extLst>
          </p:cNvPr>
          <p:cNvPicPr>
            <a:picLocks noChangeAspect="1"/>
          </p:cNvPicPr>
          <p:nvPr/>
        </p:nvPicPr>
        <p:blipFill rotWithShape="1">
          <a:blip r:embed="rId5"/>
          <a:srcRect l="19709" r="756" b="1"/>
          <a:stretch/>
        </p:blipFill>
        <p:spPr>
          <a:xfrm>
            <a:off x="3221" y="1214205"/>
            <a:ext cx="12798379" cy="7200890"/>
          </a:xfrm>
          <a:prstGeom prst="rect">
            <a:avLst/>
          </a:prstGeom>
        </p:spPr>
      </p:pic>
      <p:sp>
        <p:nvSpPr>
          <p:cNvPr id="2" name="Titre 1">
            <a:extLst>
              <a:ext uri="{FF2B5EF4-FFF2-40B4-BE49-F238E27FC236}">
                <a16:creationId xmlns:a16="http://schemas.microsoft.com/office/drawing/2014/main" id="{4EF87072-9241-D4DB-E69E-53EA2CCC931D}"/>
              </a:ext>
            </a:extLst>
          </p:cNvPr>
          <p:cNvSpPr>
            <a:spLocks noGrp="1"/>
          </p:cNvSpPr>
          <p:nvPr>
            <p:ph type="ctrTitle"/>
          </p:nvPr>
        </p:nvSpPr>
        <p:spPr/>
        <p:txBody>
          <a:bodyPr anchor="b">
            <a:normAutofit/>
          </a:bodyPr>
          <a:lstStyle/>
          <a:p>
            <a:pPr algn="ctr">
              <a:lnSpc>
                <a:spcPct val="110000"/>
              </a:lnSpc>
            </a:pPr>
            <a:r>
              <a:rPr lang="fr-FR" sz="3885" err="1">
                <a:solidFill>
                  <a:schemeClr val="bg1"/>
                </a:solidFill>
              </a:rPr>
              <a:t>Prep</a:t>
            </a:r>
            <a:r>
              <a:rPr lang="fr-FR" sz="3885">
                <a:solidFill>
                  <a:schemeClr val="bg1"/>
                </a:solidFill>
              </a:rPr>
              <a:t> 2025 Event Hub</a:t>
            </a:r>
          </a:p>
        </p:txBody>
      </p:sp>
      <p:sp>
        <p:nvSpPr>
          <p:cNvPr id="3" name="Sous-titre 2">
            <a:extLst>
              <a:ext uri="{FF2B5EF4-FFF2-40B4-BE49-F238E27FC236}">
                <a16:creationId xmlns:a16="http://schemas.microsoft.com/office/drawing/2014/main" id="{6AEE0D00-035E-4E58-3B89-CA8D9510FABD}"/>
              </a:ext>
            </a:extLst>
          </p:cNvPr>
          <p:cNvSpPr>
            <a:spLocks noGrp="1"/>
          </p:cNvSpPr>
          <p:nvPr>
            <p:ph type="subTitle" idx="1"/>
          </p:nvPr>
        </p:nvSpPr>
        <p:spPr/>
        <p:txBody>
          <a:bodyPr anchor="t">
            <a:normAutofit/>
          </a:bodyPr>
          <a:lstStyle/>
          <a:p>
            <a:pPr algn="ctr">
              <a:lnSpc>
                <a:spcPct val="120000"/>
              </a:lnSpc>
            </a:pPr>
            <a:r>
              <a:rPr lang="fr-FR" sz="1470" b="1">
                <a:solidFill>
                  <a:schemeClr val="bg1"/>
                </a:solidFill>
              </a:rPr>
              <a:t>Dossier de choix</a:t>
            </a:r>
          </a:p>
          <a:p>
            <a:pPr algn="ctr">
              <a:lnSpc>
                <a:spcPct val="120000"/>
              </a:lnSpc>
            </a:pPr>
            <a:endParaRPr lang="fr-FR" sz="1470" b="1">
              <a:solidFill>
                <a:schemeClr val="bg1"/>
              </a:solidFill>
            </a:endParaRPr>
          </a:p>
          <a:p>
            <a:pPr algn="ctr">
              <a:lnSpc>
                <a:spcPct val="120000"/>
              </a:lnSpc>
            </a:pPr>
            <a:endParaRPr lang="fr-FR" sz="840" b="1">
              <a:solidFill>
                <a:schemeClr val="bg1"/>
              </a:solidFill>
            </a:endParaRPr>
          </a:p>
          <a:p>
            <a:pPr algn="ctr">
              <a:lnSpc>
                <a:spcPct val="120000"/>
              </a:lnSpc>
            </a:pPr>
            <a:endParaRPr lang="fr-FR" sz="840" b="1">
              <a:solidFill>
                <a:schemeClr val="bg1"/>
              </a:solidFill>
            </a:endParaRPr>
          </a:p>
        </p:txBody>
      </p:sp>
      <p:pic>
        <p:nvPicPr>
          <p:cNvPr id="11" name="Image 10">
            <a:extLst>
              <a:ext uri="{FF2B5EF4-FFF2-40B4-BE49-F238E27FC236}">
                <a16:creationId xmlns:a16="http://schemas.microsoft.com/office/drawing/2014/main" id="{AC82BF2C-5765-4BE0-AFE9-D19E25AFF720}"/>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bwMode="gray">
          <a:xfrm>
            <a:off x="11390516" y="7365870"/>
            <a:ext cx="1200381" cy="835977"/>
          </a:xfrm>
          <a:prstGeom prst="rect">
            <a:avLst/>
          </a:prstGeom>
        </p:spPr>
      </p:pic>
      <p:sp>
        <p:nvSpPr>
          <p:cNvPr id="5" name="Sous-titre 2">
            <a:extLst>
              <a:ext uri="{FF2B5EF4-FFF2-40B4-BE49-F238E27FC236}">
                <a16:creationId xmlns:a16="http://schemas.microsoft.com/office/drawing/2014/main" id="{0724F5D5-6389-0807-4D4F-B4C255B71900}"/>
              </a:ext>
            </a:extLst>
          </p:cNvPr>
          <p:cNvSpPr txBox="1">
            <a:spLocks/>
          </p:cNvSpPr>
          <p:nvPr/>
        </p:nvSpPr>
        <p:spPr>
          <a:xfrm>
            <a:off x="1337688" y="6296652"/>
            <a:ext cx="4298719" cy="960858"/>
          </a:xfrm>
          <a:prstGeom prst="rect">
            <a:avLst/>
          </a:prstGeom>
        </p:spPr>
        <p:txBody>
          <a:bodyPr vert="horz" lIns="115214" tIns="115214" rIns="115214" bIns="96012" rtlCol="0" anchor="t">
            <a:normAutofit/>
          </a:bodyPr>
          <a:lstStyle>
            <a:lvl1pPr marL="0" indent="0" algn="l" defTabSz="914400" rtl="0" eaLnBrk="1" latinLnBrk="0" hangingPunct="1">
              <a:lnSpc>
                <a:spcPct val="130000"/>
              </a:lnSpc>
              <a:spcBef>
                <a:spcPts val="930"/>
              </a:spcBef>
              <a:buFont typeface="Corbel" panose="020B0503020204020204" pitchFamily="34" charset="0"/>
              <a:buNone/>
              <a:defRPr sz="2400" b="0" kern="1200" spc="150" baseline="0">
                <a:solidFill>
                  <a:schemeClr val="tx1">
                    <a:lumMod val="85000"/>
                    <a:lumOff val="15000"/>
                  </a:schemeClr>
                </a:solidFill>
                <a:latin typeface="+mn-lt"/>
                <a:ea typeface="+mn-ea"/>
                <a:cs typeface="+mn-cs"/>
              </a:defRPr>
            </a:lvl1pPr>
            <a:lvl2pPr marL="457200" indent="0" algn="ctr" defTabSz="914400" rtl="0" eaLnBrk="1" latinLnBrk="0" hangingPunct="1">
              <a:lnSpc>
                <a:spcPct val="140000"/>
              </a:lnSpc>
              <a:spcBef>
                <a:spcPts val="930"/>
              </a:spcBef>
              <a:buFont typeface="Corbel" panose="020B0503020204020204" pitchFamily="34" charset="0"/>
              <a:buNone/>
              <a:defRPr sz="2000" kern="1200" spc="150" baseline="0">
                <a:solidFill>
                  <a:schemeClr val="tx1">
                    <a:lumMod val="75000"/>
                    <a:lumOff val="25000"/>
                  </a:schemeClr>
                </a:solidFill>
                <a:latin typeface="+mn-lt"/>
                <a:ea typeface="+mn-ea"/>
                <a:cs typeface="+mn-cs"/>
              </a:defRPr>
            </a:lvl2pPr>
            <a:lvl3pPr marL="914400" indent="0" algn="ctr" defTabSz="914400" rtl="0" eaLnBrk="1" latinLnBrk="0" hangingPunct="1">
              <a:lnSpc>
                <a:spcPct val="140000"/>
              </a:lnSpc>
              <a:spcBef>
                <a:spcPts val="930"/>
              </a:spcBef>
              <a:buFont typeface="Corbel" panose="020B0503020204020204" pitchFamily="34" charset="0"/>
              <a:buNone/>
              <a:defRPr sz="1800" i="1" kern="1200" spc="150" baseline="0">
                <a:solidFill>
                  <a:schemeClr val="tx1">
                    <a:lumMod val="75000"/>
                    <a:lumOff val="25000"/>
                  </a:schemeClr>
                </a:solidFill>
                <a:latin typeface="+mn-lt"/>
                <a:ea typeface="+mn-ea"/>
                <a:cs typeface="+mn-cs"/>
              </a:defRPr>
            </a:lvl3pPr>
            <a:lvl4pPr marL="1371600" indent="0" algn="ctr"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4pPr>
            <a:lvl5pPr marL="1828800" indent="0" algn="ctr" defTabSz="914400" rtl="0" eaLnBrk="1" latinLnBrk="0" hangingPunct="1">
              <a:lnSpc>
                <a:spcPct val="140000"/>
              </a:lnSpc>
              <a:spcBef>
                <a:spcPts val="930"/>
              </a:spcBef>
              <a:buFont typeface="Corbel" panose="020B0503020204020204" pitchFamily="34" charset="0"/>
              <a:buNone/>
              <a:defRPr sz="1600" i="1" kern="1200" spc="150" baseline="0">
                <a:solidFill>
                  <a:schemeClr val="tx1">
                    <a:lumMod val="75000"/>
                    <a:lumOff val="25000"/>
                  </a:schemeClr>
                </a:solidFill>
                <a:latin typeface="+mn-lt"/>
                <a:ea typeface="+mn-ea"/>
                <a:cs typeface="+mn-cs"/>
              </a:defRPr>
            </a:lvl5pPr>
            <a:lvl6pPr marL="2286000" indent="0" algn="ctr" defTabSz="914400" rtl="0" eaLnBrk="1" latinLnBrk="0" hangingPunct="1">
              <a:lnSpc>
                <a:spcPct val="111000"/>
              </a:lnSpc>
              <a:spcBef>
                <a:spcPts val="930"/>
              </a:spcBef>
              <a:buFont typeface="Corbel" panose="020B0503020204020204" pitchFamily="34" charset="0"/>
              <a:buNone/>
              <a:defRPr sz="1600" kern="1200">
                <a:solidFill>
                  <a:schemeClr val="accent1">
                    <a:lumMod val="75000"/>
                  </a:schemeClr>
                </a:solidFill>
                <a:latin typeface="+mn-lt"/>
                <a:ea typeface="+mn-ea"/>
                <a:cs typeface="+mn-cs"/>
              </a:defRPr>
            </a:lvl6pPr>
            <a:lvl7pPr marL="2743200" indent="0" algn="ctr" defTabSz="914400" rtl="0" eaLnBrk="1" latinLnBrk="0" hangingPunct="1">
              <a:lnSpc>
                <a:spcPct val="111000"/>
              </a:lnSpc>
              <a:spcBef>
                <a:spcPts val="930"/>
              </a:spcBef>
              <a:buFont typeface="Corbel" panose="020B0503020204020204" pitchFamily="34" charset="0"/>
              <a:buNone/>
              <a:defRPr sz="1600" i="1" kern="1200">
                <a:solidFill>
                  <a:schemeClr val="accent1">
                    <a:lumMod val="75000"/>
                  </a:schemeClr>
                </a:solidFill>
                <a:latin typeface="+mn-lt"/>
                <a:ea typeface="+mn-ea"/>
                <a:cs typeface="+mn-cs"/>
              </a:defRPr>
            </a:lvl7pPr>
            <a:lvl8pPr marL="3200400" indent="0" algn="ctr" defTabSz="914400" rtl="0" eaLnBrk="1" latinLnBrk="0" hangingPunct="1">
              <a:lnSpc>
                <a:spcPct val="111000"/>
              </a:lnSpc>
              <a:spcBef>
                <a:spcPts val="930"/>
              </a:spcBef>
              <a:buFont typeface="Corbel" panose="020B0503020204020204" pitchFamily="34" charset="0"/>
              <a:buNone/>
              <a:defRPr sz="1600" kern="1200">
                <a:solidFill>
                  <a:schemeClr val="accent1">
                    <a:lumMod val="75000"/>
                  </a:schemeClr>
                </a:solidFill>
                <a:latin typeface="+mn-lt"/>
                <a:ea typeface="+mn-ea"/>
                <a:cs typeface="+mn-cs"/>
              </a:defRPr>
            </a:lvl8pPr>
            <a:lvl9pPr marL="3657600" indent="0" algn="ctr" defTabSz="914400" rtl="0" eaLnBrk="1" latinLnBrk="0" hangingPunct="1">
              <a:lnSpc>
                <a:spcPct val="111000"/>
              </a:lnSpc>
              <a:spcBef>
                <a:spcPts val="930"/>
              </a:spcBef>
              <a:buFont typeface="Corbel" panose="020B0503020204020204" pitchFamily="34" charset="0"/>
              <a:buNone/>
              <a:defRPr sz="1600" i="1" kern="1200">
                <a:solidFill>
                  <a:schemeClr val="accent1">
                    <a:lumMod val="75000"/>
                  </a:schemeClr>
                </a:solidFill>
                <a:latin typeface="+mn-lt"/>
                <a:ea typeface="+mn-ea"/>
                <a:cs typeface="+mn-cs"/>
              </a:defRPr>
            </a:lvl9pPr>
          </a:lstStyle>
          <a:p>
            <a:pPr algn="ctr" defTabSz="960120">
              <a:lnSpc>
                <a:spcPct val="120000"/>
              </a:lnSpc>
              <a:spcBef>
                <a:spcPts val="977"/>
              </a:spcBef>
            </a:pPr>
            <a:r>
              <a:rPr lang="fr-FR" sz="840" b="1" spc="158">
                <a:solidFill>
                  <a:srgbClr val="FFFFFF"/>
                </a:solidFill>
                <a:latin typeface="Arial"/>
              </a:rPr>
              <a:t>08 novembre 2024</a:t>
            </a:r>
            <a:endParaRPr lang="fr-FR" sz="210" b="1" spc="158">
              <a:solidFill>
                <a:srgbClr val="FFFFFF"/>
              </a:solidFill>
              <a:latin typeface="Arial"/>
            </a:endParaRPr>
          </a:p>
        </p:txBody>
      </p:sp>
      <p:pic>
        <p:nvPicPr>
          <p:cNvPr id="7" name="Image 6">
            <a:extLst>
              <a:ext uri="{FF2B5EF4-FFF2-40B4-BE49-F238E27FC236}">
                <a16:creationId xmlns:a16="http://schemas.microsoft.com/office/drawing/2014/main" id="{A829177A-5486-238F-46D4-E1DFFBF0EF95}"/>
              </a:ext>
            </a:extLst>
          </p:cNvPr>
          <p:cNvPicPr>
            <a:picLocks noChangeAspect="1"/>
          </p:cNvPicPr>
          <p:nvPr>
            <p:custDataLst>
              <p:tags r:id="rId2"/>
            </p:custDataLst>
          </p:nvPr>
        </p:nvPicPr>
        <p:blipFill>
          <a:blip r:embed="rId7">
            <a:extLst>
              <a:ext uri="{28A0092B-C50C-407E-A947-70E740481C1C}">
                <a14:useLocalDpi xmlns:a14="http://schemas.microsoft.com/office/drawing/2010/main" val="0"/>
              </a:ext>
            </a:extLst>
          </a:blip>
          <a:stretch>
            <a:fillRect/>
          </a:stretch>
        </p:blipFill>
        <p:spPr bwMode="gray">
          <a:xfrm>
            <a:off x="3221" y="0"/>
            <a:ext cx="12798379" cy="8532252"/>
          </a:xfrm>
          <a:prstGeom prst="rect">
            <a:avLst/>
          </a:prstGeom>
        </p:spPr>
      </p:pic>
      <p:sp>
        <p:nvSpPr>
          <p:cNvPr id="8" name="ZoneTexte 7">
            <a:extLst>
              <a:ext uri="{FF2B5EF4-FFF2-40B4-BE49-F238E27FC236}">
                <a16:creationId xmlns:a16="http://schemas.microsoft.com/office/drawing/2014/main" id="{824A4773-6A9B-107D-73AC-6EC43228D9F7}"/>
              </a:ext>
            </a:extLst>
          </p:cNvPr>
          <p:cNvSpPr txBox="1"/>
          <p:nvPr/>
        </p:nvSpPr>
        <p:spPr>
          <a:xfrm>
            <a:off x="1243794" y="5214047"/>
            <a:ext cx="7651454" cy="2437590"/>
          </a:xfrm>
          <a:prstGeom prst="rect">
            <a:avLst/>
          </a:prstGeom>
          <a:noFill/>
        </p:spPr>
        <p:txBody>
          <a:bodyPr wrap="none" rtlCol="0">
            <a:spAutoFit/>
          </a:bodyPr>
          <a:lstStyle/>
          <a:p>
            <a:pPr defTabSz="960120"/>
            <a:r>
              <a:rPr lang="fr-FR" sz="3360" dirty="0" err="1">
                <a:solidFill>
                  <a:srgbClr val="FFFFFF"/>
                </a:solidFill>
                <a:latin typeface="Arial"/>
              </a:rPr>
              <a:t>Poc</a:t>
            </a:r>
            <a:r>
              <a:rPr lang="fr-FR" sz="3360" dirty="0">
                <a:solidFill>
                  <a:srgbClr val="FFFFFF"/>
                </a:solidFill>
                <a:latin typeface="Arial"/>
              </a:rPr>
              <a:t> Portail CRC optimisé orchestration</a:t>
            </a:r>
          </a:p>
          <a:p>
            <a:pPr defTabSz="960120"/>
            <a:endParaRPr lang="fr-FR" sz="3360" dirty="0">
              <a:solidFill>
                <a:srgbClr val="FFFFFF"/>
              </a:solidFill>
              <a:latin typeface="Arial"/>
            </a:endParaRPr>
          </a:p>
          <a:p>
            <a:pPr defTabSz="960120"/>
            <a:r>
              <a:rPr lang="fr-FR" sz="3360" dirty="0">
                <a:solidFill>
                  <a:srgbClr val="FFFFFF"/>
                </a:solidFill>
                <a:latin typeface="Arial"/>
              </a:rPr>
              <a:t>22/04/2026</a:t>
            </a:r>
          </a:p>
          <a:p>
            <a:pPr defTabSz="960120"/>
            <a:endParaRPr lang="fr-FR" sz="3360" dirty="0">
              <a:solidFill>
                <a:srgbClr val="FFFFFF"/>
              </a:solidFill>
              <a:latin typeface="Arial"/>
            </a:endParaRPr>
          </a:p>
          <a:p>
            <a:pPr defTabSz="960120"/>
            <a:r>
              <a:rPr lang="fr-FR" sz="1800" dirty="0">
                <a:solidFill>
                  <a:srgbClr val="FFFFFF"/>
                </a:solidFill>
                <a:latin typeface="Arial"/>
              </a:rPr>
              <a:t>Abdeljalil AITIKKENE</a:t>
            </a:r>
          </a:p>
        </p:txBody>
      </p:sp>
    </p:spTree>
    <p:extLst>
      <p:ext uri="{BB962C8B-B14F-4D97-AF65-F5344CB8AC3E}">
        <p14:creationId xmlns:p14="http://schemas.microsoft.com/office/powerpoint/2010/main" val="935670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EAAA5-44CC-F74F-2624-B8F943BBB74B}"/>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76E36A1E-6F3B-31DF-1545-180AFBF44B82}"/>
              </a:ext>
            </a:extLst>
          </p:cNvPr>
          <p:cNvSpPr txBox="1">
            <a:spLocks/>
          </p:cNvSpPr>
          <p:nvPr/>
        </p:nvSpPr>
        <p:spPr>
          <a:xfrm>
            <a:off x="59516" y="73059"/>
            <a:ext cx="12682567" cy="756379"/>
          </a:xfrm>
          <a:prstGeom prst="rect">
            <a:avLst/>
          </a:prstGeom>
        </p:spPr>
        <p:txBody>
          <a:bodyPr vert="horz" lIns="36000" tIns="36000" rIns="0" bIns="0" rtlCol="0" anchor="t" anchorCtr="0">
            <a:noAutofit/>
          </a:bodyPr>
          <a:lstStyle>
            <a:lvl1pPr algn="l" defTabSz="1152144" rtl="0" eaLnBrk="1" latinLnBrk="0" hangingPunct="1">
              <a:spcBef>
                <a:spcPct val="0"/>
              </a:spcBef>
              <a:buNone/>
              <a:defRPr sz="4032" kern="1200">
                <a:solidFill>
                  <a:schemeClr val="tx1"/>
                </a:solidFill>
                <a:latin typeface="Times New Roman" panose="02020603050405020304" pitchFamily="18" charset="0"/>
                <a:ea typeface="+mj-ea"/>
                <a:cs typeface="Times New Roman" panose="02020603050405020304" pitchFamily="18" charset="0"/>
              </a:defRPr>
            </a:lvl1pPr>
          </a:lstStyle>
          <a:p>
            <a:r>
              <a:rPr lang="fr-FR" dirty="0"/>
              <a:t>Schéma Globale</a:t>
            </a:r>
          </a:p>
        </p:txBody>
      </p:sp>
      <p:pic>
        <p:nvPicPr>
          <p:cNvPr id="15" name="Graphique 14">
            <a:extLst>
              <a:ext uri="{FF2B5EF4-FFF2-40B4-BE49-F238E27FC236}">
                <a16:creationId xmlns:a16="http://schemas.microsoft.com/office/drawing/2014/main" id="{E4DDD241-3516-2D79-0D94-E5F654F1CD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1493" y="1678349"/>
            <a:ext cx="11002357" cy="5718030"/>
          </a:xfrm>
          <a:prstGeom prst="rect">
            <a:avLst/>
          </a:prstGeom>
        </p:spPr>
      </p:pic>
    </p:spTree>
    <p:extLst>
      <p:ext uri="{BB962C8B-B14F-4D97-AF65-F5344CB8AC3E}">
        <p14:creationId xmlns:p14="http://schemas.microsoft.com/office/powerpoint/2010/main" val="3698090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4337D-1385-0616-D60A-00C121F6CE2C}"/>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B5447338-0AB0-8AD0-9EB1-D3798B297491}"/>
              </a:ext>
            </a:extLst>
          </p:cNvPr>
          <p:cNvSpPr txBox="1">
            <a:spLocks/>
          </p:cNvSpPr>
          <p:nvPr/>
        </p:nvSpPr>
        <p:spPr>
          <a:xfrm>
            <a:off x="59516" y="73059"/>
            <a:ext cx="12682567" cy="756379"/>
          </a:xfrm>
          <a:prstGeom prst="rect">
            <a:avLst/>
          </a:prstGeom>
        </p:spPr>
        <p:txBody>
          <a:bodyPr vert="horz" lIns="36000" tIns="36000" rIns="0" bIns="0" rtlCol="0" anchor="t" anchorCtr="0">
            <a:noAutofit/>
          </a:bodyPr>
          <a:lstStyle>
            <a:lvl1pPr algn="l" defTabSz="1152144" rtl="0" eaLnBrk="1" latinLnBrk="0" hangingPunct="1">
              <a:spcBef>
                <a:spcPct val="0"/>
              </a:spcBef>
              <a:buNone/>
              <a:defRPr sz="4032" kern="1200">
                <a:solidFill>
                  <a:schemeClr val="tx1"/>
                </a:solidFill>
                <a:latin typeface="Times New Roman" panose="02020603050405020304" pitchFamily="18" charset="0"/>
                <a:ea typeface="+mj-ea"/>
                <a:cs typeface="Times New Roman" panose="02020603050405020304" pitchFamily="18" charset="0"/>
              </a:defRPr>
            </a:lvl1pPr>
          </a:lstStyle>
          <a:p>
            <a:r>
              <a:rPr lang="fr-FR" dirty="0"/>
              <a:t>Process Générique: Injection Facture </a:t>
            </a:r>
            <a:r>
              <a:rPr lang="fr-FR" dirty="0" err="1"/>
              <a:t>hospi</a:t>
            </a:r>
            <a:endParaRPr lang="fr-FR" dirty="0"/>
          </a:p>
        </p:txBody>
      </p:sp>
      <p:pic>
        <p:nvPicPr>
          <p:cNvPr id="15" name="Graphique 14">
            <a:extLst>
              <a:ext uri="{FF2B5EF4-FFF2-40B4-BE49-F238E27FC236}">
                <a16:creationId xmlns:a16="http://schemas.microsoft.com/office/drawing/2014/main" id="{31D52244-D5C2-FBD3-A3F9-C905FABEEE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1493" y="1678349"/>
            <a:ext cx="11002357" cy="5718030"/>
          </a:xfrm>
          <a:prstGeom prst="rect">
            <a:avLst/>
          </a:prstGeom>
        </p:spPr>
      </p:pic>
      <p:pic>
        <p:nvPicPr>
          <p:cNvPr id="48" name="Image 47">
            <a:extLst>
              <a:ext uri="{FF2B5EF4-FFF2-40B4-BE49-F238E27FC236}">
                <a16:creationId xmlns:a16="http://schemas.microsoft.com/office/drawing/2014/main" id="{6F4A568E-8426-0265-3402-7012A12A5932}"/>
              </a:ext>
            </a:extLst>
          </p:cNvPr>
          <p:cNvPicPr>
            <a:picLocks noChangeAspect="1"/>
          </p:cNvPicPr>
          <p:nvPr/>
        </p:nvPicPr>
        <p:blipFill>
          <a:blip r:embed="rId4"/>
          <a:stretch>
            <a:fillRect/>
          </a:stretch>
        </p:blipFill>
        <p:spPr>
          <a:xfrm>
            <a:off x="1350798" y="1459429"/>
            <a:ext cx="860069" cy="745392"/>
          </a:xfrm>
          <a:prstGeom prst="rect">
            <a:avLst/>
          </a:prstGeom>
        </p:spPr>
      </p:pic>
      <p:pic>
        <p:nvPicPr>
          <p:cNvPr id="50" name="Image 49">
            <a:extLst>
              <a:ext uri="{FF2B5EF4-FFF2-40B4-BE49-F238E27FC236}">
                <a16:creationId xmlns:a16="http://schemas.microsoft.com/office/drawing/2014/main" id="{7F94505C-9A08-0768-5238-FD7A7E72E9A2}"/>
              </a:ext>
            </a:extLst>
          </p:cNvPr>
          <p:cNvPicPr>
            <a:picLocks noChangeAspect="1"/>
          </p:cNvPicPr>
          <p:nvPr/>
        </p:nvPicPr>
        <p:blipFill>
          <a:blip r:embed="rId5"/>
          <a:stretch>
            <a:fillRect/>
          </a:stretch>
        </p:blipFill>
        <p:spPr>
          <a:xfrm>
            <a:off x="5726720" y="1701857"/>
            <a:ext cx="632515" cy="502964"/>
          </a:xfrm>
          <a:prstGeom prst="rect">
            <a:avLst/>
          </a:prstGeom>
        </p:spPr>
      </p:pic>
      <p:pic>
        <p:nvPicPr>
          <p:cNvPr id="52" name="Image 51">
            <a:extLst>
              <a:ext uri="{FF2B5EF4-FFF2-40B4-BE49-F238E27FC236}">
                <a16:creationId xmlns:a16="http://schemas.microsoft.com/office/drawing/2014/main" id="{6862901C-153B-90DA-B3CE-965B420CBFE7}"/>
              </a:ext>
            </a:extLst>
          </p:cNvPr>
          <p:cNvPicPr>
            <a:picLocks noChangeAspect="1"/>
          </p:cNvPicPr>
          <p:nvPr/>
        </p:nvPicPr>
        <p:blipFill>
          <a:blip r:embed="rId6"/>
          <a:stretch>
            <a:fillRect/>
          </a:stretch>
        </p:blipFill>
        <p:spPr>
          <a:xfrm>
            <a:off x="5726720" y="2512665"/>
            <a:ext cx="853514" cy="541067"/>
          </a:xfrm>
          <a:prstGeom prst="rect">
            <a:avLst/>
          </a:prstGeom>
        </p:spPr>
      </p:pic>
      <p:pic>
        <p:nvPicPr>
          <p:cNvPr id="56" name="Image 55">
            <a:extLst>
              <a:ext uri="{FF2B5EF4-FFF2-40B4-BE49-F238E27FC236}">
                <a16:creationId xmlns:a16="http://schemas.microsoft.com/office/drawing/2014/main" id="{DDF00223-FEC3-6948-A680-8C1DB8E2267D}"/>
              </a:ext>
            </a:extLst>
          </p:cNvPr>
          <p:cNvPicPr>
            <a:picLocks noChangeAspect="1"/>
          </p:cNvPicPr>
          <p:nvPr/>
        </p:nvPicPr>
        <p:blipFill>
          <a:blip r:embed="rId5"/>
          <a:stretch>
            <a:fillRect/>
          </a:stretch>
        </p:blipFill>
        <p:spPr>
          <a:xfrm>
            <a:off x="8740285" y="1820219"/>
            <a:ext cx="632515" cy="502964"/>
          </a:xfrm>
          <a:prstGeom prst="rect">
            <a:avLst/>
          </a:prstGeom>
        </p:spPr>
      </p:pic>
      <p:pic>
        <p:nvPicPr>
          <p:cNvPr id="58" name="Image 57">
            <a:extLst>
              <a:ext uri="{FF2B5EF4-FFF2-40B4-BE49-F238E27FC236}">
                <a16:creationId xmlns:a16="http://schemas.microsoft.com/office/drawing/2014/main" id="{CD527302-4A3B-130E-2F9F-EBCEF9B72952}"/>
              </a:ext>
            </a:extLst>
          </p:cNvPr>
          <p:cNvPicPr>
            <a:picLocks noChangeAspect="1"/>
          </p:cNvPicPr>
          <p:nvPr/>
        </p:nvPicPr>
        <p:blipFill>
          <a:blip r:embed="rId7"/>
          <a:stretch>
            <a:fillRect/>
          </a:stretch>
        </p:blipFill>
        <p:spPr>
          <a:xfrm>
            <a:off x="8549768" y="2550618"/>
            <a:ext cx="617273" cy="594412"/>
          </a:xfrm>
          <a:prstGeom prst="rect">
            <a:avLst/>
          </a:prstGeom>
        </p:spPr>
      </p:pic>
      <p:pic>
        <p:nvPicPr>
          <p:cNvPr id="59" name="Image 58">
            <a:extLst>
              <a:ext uri="{FF2B5EF4-FFF2-40B4-BE49-F238E27FC236}">
                <a16:creationId xmlns:a16="http://schemas.microsoft.com/office/drawing/2014/main" id="{0E2D4801-4D59-F5C4-BDB9-F309418E131A}"/>
              </a:ext>
            </a:extLst>
          </p:cNvPr>
          <p:cNvPicPr>
            <a:picLocks noChangeAspect="1"/>
          </p:cNvPicPr>
          <p:nvPr/>
        </p:nvPicPr>
        <p:blipFill>
          <a:blip r:embed="rId7"/>
          <a:stretch>
            <a:fillRect/>
          </a:stretch>
        </p:blipFill>
        <p:spPr>
          <a:xfrm>
            <a:off x="8503536" y="4590332"/>
            <a:ext cx="617273" cy="594412"/>
          </a:xfrm>
          <a:prstGeom prst="rect">
            <a:avLst/>
          </a:prstGeom>
        </p:spPr>
      </p:pic>
      <p:pic>
        <p:nvPicPr>
          <p:cNvPr id="63" name="Image 62">
            <a:extLst>
              <a:ext uri="{FF2B5EF4-FFF2-40B4-BE49-F238E27FC236}">
                <a16:creationId xmlns:a16="http://schemas.microsoft.com/office/drawing/2014/main" id="{657290E9-A915-B01A-54D5-4538301FFB13}"/>
              </a:ext>
            </a:extLst>
          </p:cNvPr>
          <p:cNvPicPr>
            <a:picLocks noChangeAspect="1"/>
          </p:cNvPicPr>
          <p:nvPr/>
        </p:nvPicPr>
        <p:blipFill>
          <a:blip r:embed="rId8"/>
          <a:stretch>
            <a:fillRect/>
          </a:stretch>
        </p:blipFill>
        <p:spPr>
          <a:xfrm>
            <a:off x="8837270" y="4173963"/>
            <a:ext cx="358171" cy="464860"/>
          </a:xfrm>
          <a:prstGeom prst="rect">
            <a:avLst/>
          </a:prstGeom>
        </p:spPr>
      </p:pic>
    </p:spTree>
    <p:extLst>
      <p:ext uri="{BB962C8B-B14F-4D97-AF65-F5344CB8AC3E}">
        <p14:creationId xmlns:p14="http://schemas.microsoft.com/office/powerpoint/2010/main" val="3167259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nodeType="clickEffect">
                                  <p:stCondLst>
                                    <p:cond delay="0"/>
                                  </p:stCondLst>
                                  <p:childTnLst>
                                    <p:animMotion origin="layout" path="M 3.09524E-6 3.12169E-6 L 0.11173 3.12169E-6 C 0.16158 3.12169E-6 0.22346 0.02761 0.22346 0.05142 L 0.22346 0.10449 " pathEditMode="relative" rAng="0" ptsTypes="AAAA">
                                      <p:cBhvr>
                                        <p:cTn id="6" dur="2000" fill="hold"/>
                                        <p:tgtEl>
                                          <p:spTgt spid="48"/>
                                        </p:tgtEl>
                                        <p:attrNameLst>
                                          <p:attrName>ppt_x</p:attrName>
                                          <p:attrName>ppt_y</p:attrName>
                                        </p:attrNameLst>
                                      </p:cBhvr>
                                      <p:rCtr x="11173" y="5225"/>
                                    </p:animMotion>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nodeType="clickEffect">
                                  <p:stCondLst>
                                    <p:cond delay="0"/>
                                  </p:stCondLst>
                                  <p:childTnLst>
                                    <p:animMotion origin="layout" path="M -4.20635E-6 -3.01587E-6 L 0.15253 -0.0043 " pathEditMode="relative" rAng="0" ptsTypes="AA">
                                      <p:cBhvr>
                                        <p:cTn id="20" dur="2000" fill="hold"/>
                                        <p:tgtEl>
                                          <p:spTgt spid="50"/>
                                        </p:tgtEl>
                                        <p:attrNameLst>
                                          <p:attrName>ppt_x</p:attrName>
                                          <p:attrName>ppt_y</p:attrName>
                                        </p:attrNameLst>
                                      </p:cBhvr>
                                      <p:rCtr x="7626" y="-215"/>
                                    </p:animMotion>
                                  </p:childTnLst>
                                </p:cTn>
                              </p:par>
                              <p:par>
                                <p:cTn id="21" presetID="42" presetClass="path" presetSubtype="0" accel="50000" decel="50000" fill="hold" nodeType="withEffect">
                                  <p:stCondLst>
                                    <p:cond delay="0"/>
                                  </p:stCondLst>
                                  <p:childTnLst>
                                    <p:animMotion origin="layout" path="M -4.7619E-6 2.1164E-6 L 0.13406 0.00446 " pathEditMode="relative" rAng="0" ptsTypes="AA">
                                      <p:cBhvr>
                                        <p:cTn id="22" dur="2000" fill="hold"/>
                                        <p:tgtEl>
                                          <p:spTgt spid="52"/>
                                        </p:tgtEl>
                                        <p:attrNameLst>
                                          <p:attrName>ppt_x</p:attrName>
                                          <p:attrName>ppt_y</p:attrName>
                                        </p:attrNameLst>
                                      </p:cBhvr>
                                      <p:rCtr x="6696" y="215"/>
                                    </p:animMotion>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50"/>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5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nodeType="clickEffect">
                                  <p:stCondLst>
                                    <p:cond delay="0"/>
                                  </p:stCondLst>
                                  <p:childTnLst>
                                    <p:animMotion origin="layout" path="M 4.72222E-6 -3.80952E-6 L 0.12698 -0.02612 " pathEditMode="relative" rAng="0" ptsTypes="AA">
                                      <p:cBhvr>
                                        <p:cTn id="38" dur="2000" fill="hold"/>
                                        <p:tgtEl>
                                          <p:spTgt spid="56"/>
                                        </p:tgtEl>
                                        <p:attrNameLst>
                                          <p:attrName>ppt_x</p:attrName>
                                          <p:attrName>ppt_y</p:attrName>
                                        </p:attrNameLst>
                                      </p:cBhvr>
                                      <p:rCtr x="6349" y="-1306"/>
                                    </p:animMotion>
                                  </p:childTnLst>
                                </p:cTn>
                              </p:par>
                              <p:par>
                                <p:cTn id="39" presetID="42" presetClass="path" presetSubtype="0" accel="50000" decel="50000" fill="hold" nodeType="withEffect">
                                  <p:stCondLst>
                                    <p:cond delay="0"/>
                                  </p:stCondLst>
                                  <p:childTnLst>
                                    <p:animMotion origin="layout" path="M -4.28571E-6 3.01587E-6 L 0.00286 0.11326 " pathEditMode="relative" rAng="0" ptsTypes="AA">
                                      <p:cBhvr>
                                        <p:cTn id="40" dur="2000" fill="hold"/>
                                        <p:tgtEl>
                                          <p:spTgt spid="58"/>
                                        </p:tgtEl>
                                        <p:attrNameLst>
                                          <p:attrName>ppt_x</p:attrName>
                                          <p:attrName>ppt_y</p:attrName>
                                        </p:attrNameLst>
                                      </p:cBhvr>
                                      <p:rCtr x="136" y="5655"/>
                                    </p:animMotion>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56"/>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58"/>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59"/>
                                        </p:tgtEl>
                                        <p:attrNameLst>
                                          <p:attrName>style.visibility</p:attrName>
                                        </p:attrNameLst>
                                      </p:cBhvr>
                                      <p:to>
                                        <p:strVal val="visible"/>
                                      </p:to>
                                    </p:set>
                                  </p:childTnLst>
                                </p:cTn>
                              </p:par>
                              <p:par>
                                <p:cTn id="49" presetID="42" presetClass="path" presetSubtype="0" accel="50000" decel="50000" fill="hold" nodeType="withEffect">
                                  <p:stCondLst>
                                    <p:cond delay="0"/>
                                  </p:stCondLst>
                                  <p:childTnLst>
                                    <p:animMotion origin="layout" path="M 1.94444E-6 -3.91534E-6 L -0.00558 0.14022 " pathEditMode="relative" rAng="0" ptsTypes="AA">
                                      <p:cBhvr>
                                        <p:cTn id="50" dur="2000" fill="hold"/>
                                        <p:tgtEl>
                                          <p:spTgt spid="59"/>
                                        </p:tgtEl>
                                        <p:attrNameLst>
                                          <p:attrName>ppt_x</p:attrName>
                                          <p:attrName>ppt_y</p:attrName>
                                        </p:attrNameLst>
                                      </p:cBhvr>
                                      <p:rCtr x="-285" y="7011"/>
                                    </p:animMotion>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0" presetClass="path" presetSubtype="0" accel="50000" decel="50000" fill="hold" nodeType="clickEffect">
                                  <p:stCondLst>
                                    <p:cond delay="0"/>
                                  </p:stCondLst>
                                  <p:childTnLst>
                                    <p:animMotion origin="layout" path="M 0.00893 -0.00281 L 0.00893 -0.00281 C 0.01178 -0.0043 0.01451 -0.00695 0.01749 -0.00728 C 0.02679 -0.00827 0.03237 -0.00645 0.0403 -0.0043 C 0.04787 -0.00579 0.05878 -0.00017 0.063 -0.0086 C 0.06845 -0.01951 0.06188 -0.03472 0.06188 -0.04762 C 0.06188 -0.07027 0.05221 -0.09805 0.063 -0.11558 C 0.0718 -0.12963 0.0904 -0.11558 0.10417 -0.11558 L 0.10206 -0.11558 L 0.1183 -0.11558 L 0.1183 -0.11558 " pathEditMode="relative" ptsTypes="AAAAAAAAAAA">
                                      <p:cBhvr>
                                        <p:cTn id="58" dur="2000" fill="hold"/>
                                        <p:tgtEl>
                                          <p:spTgt spid="63"/>
                                        </p:tgtEl>
                                        <p:attrNameLst>
                                          <p:attrName>ppt_x</p:attrName>
                                          <p:attrName>ppt_y</p:attrName>
                                        </p:attrNameLst>
                                      </p:cBhvr>
                                    </p:animMotion>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63"/>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0" presetClass="path" presetSubtype="0" accel="50000" decel="50000" fill="hold" nodeType="clickEffect">
                                  <p:stCondLst>
                                    <p:cond delay="0"/>
                                  </p:stCondLst>
                                  <p:childTnLst>
                                    <p:animMotion origin="layout" path="M 0.00459 0.0043 L 0.00459 0.0043 C 0.02741 0.00248 0.02344 0.00198 0.04998 0.0043 C 0.05221 0.00446 0.05432 0.00529 0.05655 0.00579 C 0.05977 0.00628 0.063 0.00661 0.06622 0.00711 C 0.06585 0.01058 0.0656 0.01389 0.06523 0.0172 C 0.06486 0.02017 0.06411 0.02298 0.06411 0.02596 C 0.06411 0.04944 0.06449 0.07308 0.06523 0.09656 C 0.06523 0.09854 0.06597 0.10053 0.06622 0.10235 C 0.06672 0.10532 0.06523 0.11028 0.06734 0.11111 C 0.07676 0.11425 0.08681 0.1121 0.0966 0.11243 C 0.10206 0.11392 0.10305 0.11392 0.10851 0.1169 C 0.11 0.11756 0.11148 0.11855 0.11285 0.11971 C 0.11409 0.12087 0.11508 0.12252 0.11607 0.12401 C 0.11768 0.12682 0.12041 0.13277 0.12041 0.13277 C 0.12078 0.13409 0.12128 0.13558 0.12153 0.13707 C 0.12215 0.1417 0.1219 0.14815 0.12364 0.15294 C 0.12426 0.15443 0.12525 0.15575 0.12587 0.15724 C 0.1317 0.17278 0.12488 0.15889 0.13021 0.16733 C 0.13133 0.16915 0.13195 0.17163 0.13343 0.17311 C 0.13492 0.1746 0.13703 0.17493 0.13877 0.17609 C 0.14025 0.17692 0.14162 0.17807 0.14311 0.1789 C 0.1467 0.18072 0.15303 0.18122 0.15613 0.18171 C 0.15898 0.1837 0.16431 0.18337 0.16481 0.1875 C 0.16518 0.19097 0.16543 0.19428 0.16592 0.19759 C 0.16617 0.19957 0.16692 0.20139 0.16692 0.20337 C 0.16729 0.21214 0.16692 0.22073 0.16692 0.2295 " pathEditMode="relative" ptsTypes="AAAAAAAAAAAAAAAAAAAAAAAAAAA">
                                      <p:cBhvr>
                                        <p:cTn id="68" dur="2000" fill="hold"/>
                                        <p:tgtEl>
                                          <p:spTgt spid="6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F1F9E6-959E-0105-AEEF-DFA4CFFB7C77}"/>
              </a:ext>
            </a:extLst>
          </p:cNvPr>
          <p:cNvSpPr>
            <a:spLocks noGrp="1"/>
          </p:cNvSpPr>
          <p:nvPr>
            <p:ph type="title"/>
          </p:nvPr>
        </p:nvSpPr>
        <p:spPr>
          <a:xfrm>
            <a:off x="351157" y="203609"/>
            <a:ext cx="10081260" cy="1001736"/>
          </a:xfrm>
        </p:spPr>
        <p:txBody>
          <a:bodyPr/>
          <a:lstStyle/>
          <a:p>
            <a:r>
              <a:rPr lang="fr-FR" dirty="0"/>
              <a:t>Process Générique: Instance dans </a:t>
            </a:r>
            <a:r>
              <a:rPr lang="fr-FR" dirty="0" err="1"/>
              <a:t>Camunda</a:t>
            </a:r>
            <a:endParaRPr lang="fr-FR" dirty="0"/>
          </a:p>
        </p:txBody>
      </p:sp>
      <p:sp>
        <p:nvSpPr>
          <p:cNvPr id="4" name="Espace réservé du numéro de diapositive 3">
            <a:extLst>
              <a:ext uri="{FF2B5EF4-FFF2-40B4-BE49-F238E27FC236}">
                <a16:creationId xmlns:a16="http://schemas.microsoft.com/office/drawing/2014/main" id="{53269DD7-AA76-DEB4-8F16-720058A10F09}"/>
              </a:ext>
            </a:extLst>
          </p:cNvPr>
          <p:cNvSpPr>
            <a:spLocks noGrp="1"/>
          </p:cNvSpPr>
          <p:nvPr>
            <p:ph type="sldNum" sz="quarter" idx="14"/>
          </p:nvPr>
        </p:nvSpPr>
        <p:spPr/>
        <p:txBody>
          <a:bodyPr/>
          <a:lstStyle/>
          <a:p>
            <a:fld id="{6171D845-F8B3-4BB2-8773-5DDC88305775}" type="slidenum">
              <a:rPr lang="fr-FR" smtClean="0"/>
              <a:t>4</a:t>
            </a:fld>
            <a:endParaRPr lang="fr-FR"/>
          </a:p>
        </p:txBody>
      </p:sp>
      <p:pic>
        <p:nvPicPr>
          <p:cNvPr id="6" name="Image 5">
            <a:extLst>
              <a:ext uri="{FF2B5EF4-FFF2-40B4-BE49-F238E27FC236}">
                <a16:creationId xmlns:a16="http://schemas.microsoft.com/office/drawing/2014/main" id="{9D656180-77F7-9D4F-2878-99394C69CC0E}"/>
              </a:ext>
            </a:extLst>
          </p:cNvPr>
          <p:cNvPicPr>
            <a:picLocks noChangeAspect="1"/>
          </p:cNvPicPr>
          <p:nvPr/>
        </p:nvPicPr>
        <p:blipFill>
          <a:blip r:embed="rId2"/>
          <a:stretch>
            <a:fillRect/>
          </a:stretch>
        </p:blipFill>
        <p:spPr>
          <a:xfrm>
            <a:off x="0" y="1827347"/>
            <a:ext cx="12801600" cy="5946506"/>
          </a:xfrm>
          <a:prstGeom prst="rect">
            <a:avLst/>
          </a:prstGeom>
        </p:spPr>
      </p:pic>
    </p:spTree>
    <p:extLst>
      <p:ext uri="{BB962C8B-B14F-4D97-AF65-F5344CB8AC3E}">
        <p14:creationId xmlns:p14="http://schemas.microsoft.com/office/powerpoint/2010/main" val="8208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3340-32A5-0064-0590-FCA65AC62B7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CE95F94-DD1D-E93A-1CC8-035F1FBB2BF0}"/>
              </a:ext>
            </a:extLst>
          </p:cNvPr>
          <p:cNvSpPr>
            <a:spLocks noGrp="1"/>
          </p:cNvSpPr>
          <p:nvPr>
            <p:ph type="title"/>
          </p:nvPr>
        </p:nvSpPr>
        <p:spPr>
          <a:xfrm>
            <a:off x="351157" y="203609"/>
            <a:ext cx="10081260" cy="1001736"/>
          </a:xfrm>
        </p:spPr>
        <p:txBody>
          <a:bodyPr/>
          <a:lstStyle/>
          <a:p>
            <a:r>
              <a:rPr lang="fr-FR" dirty="0"/>
              <a:t>Process Générique: Instance dans Base Contexte</a:t>
            </a:r>
          </a:p>
        </p:txBody>
      </p:sp>
      <p:sp>
        <p:nvSpPr>
          <p:cNvPr id="4" name="Espace réservé du numéro de diapositive 3">
            <a:extLst>
              <a:ext uri="{FF2B5EF4-FFF2-40B4-BE49-F238E27FC236}">
                <a16:creationId xmlns:a16="http://schemas.microsoft.com/office/drawing/2014/main" id="{9BE57A48-B860-BA1A-7757-B1B59A85AEAC}"/>
              </a:ext>
            </a:extLst>
          </p:cNvPr>
          <p:cNvSpPr>
            <a:spLocks noGrp="1"/>
          </p:cNvSpPr>
          <p:nvPr>
            <p:ph type="sldNum" sz="quarter" idx="14"/>
          </p:nvPr>
        </p:nvSpPr>
        <p:spPr/>
        <p:txBody>
          <a:bodyPr/>
          <a:lstStyle/>
          <a:p>
            <a:fld id="{6171D845-F8B3-4BB2-8773-5DDC88305775}" type="slidenum">
              <a:rPr lang="fr-FR" smtClean="0"/>
              <a:t>5</a:t>
            </a:fld>
            <a:endParaRPr lang="fr-FR"/>
          </a:p>
        </p:txBody>
      </p:sp>
      <p:pic>
        <p:nvPicPr>
          <p:cNvPr id="8" name="Image 7">
            <a:extLst>
              <a:ext uri="{FF2B5EF4-FFF2-40B4-BE49-F238E27FC236}">
                <a16:creationId xmlns:a16="http://schemas.microsoft.com/office/drawing/2014/main" id="{C72421D9-B537-AE75-0E66-1FC2058B817C}"/>
              </a:ext>
            </a:extLst>
          </p:cNvPr>
          <p:cNvPicPr>
            <a:picLocks noChangeAspect="1"/>
          </p:cNvPicPr>
          <p:nvPr/>
        </p:nvPicPr>
        <p:blipFill>
          <a:blip r:embed="rId2"/>
          <a:stretch>
            <a:fillRect/>
          </a:stretch>
        </p:blipFill>
        <p:spPr>
          <a:xfrm>
            <a:off x="0" y="1401531"/>
            <a:ext cx="12801600" cy="6798137"/>
          </a:xfrm>
          <a:prstGeom prst="rect">
            <a:avLst/>
          </a:prstGeom>
        </p:spPr>
      </p:pic>
    </p:spTree>
    <p:extLst>
      <p:ext uri="{BB962C8B-B14F-4D97-AF65-F5344CB8AC3E}">
        <p14:creationId xmlns:p14="http://schemas.microsoft.com/office/powerpoint/2010/main" val="69918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95A62-8CE3-D585-02BD-A9C1EE73EE89}"/>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0F826489-9B0E-47B7-6D48-94C53AE9ABDC}"/>
              </a:ext>
            </a:extLst>
          </p:cNvPr>
          <p:cNvSpPr txBox="1">
            <a:spLocks/>
          </p:cNvSpPr>
          <p:nvPr/>
        </p:nvSpPr>
        <p:spPr>
          <a:xfrm>
            <a:off x="59516" y="73059"/>
            <a:ext cx="12682567" cy="756379"/>
          </a:xfrm>
          <a:prstGeom prst="rect">
            <a:avLst/>
          </a:prstGeom>
        </p:spPr>
        <p:txBody>
          <a:bodyPr vert="horz" lIns="36000" tIns="36000" rIns="0" bIns="0" rtlCol="0" anchor="t" anchorCtr="0">
            <a:noAutofit/>
          </a:bodyPr>
          <a:lstStyle>
            <a:lvl1pPr algn="l" defTabSz="1152144" rtl="0" eaLnBrk="1" latinLnBrk="0" hangingPunct="1">
              <a:spcBef>
                <a:spcPct val="0"/>
              </a:spcBef>
              <a:buNone/>
              <a:defRPr sz="4032" kern="1200">
                <a:solidFill>
                  <a:schemeClr val="tx1"/>
                </a:solidFill>
                <a:latin typeface="Times New Roman" panose="02020603050405020304" pitchFamily="18" charset="0"/>
                <a:ea typeface="+mj-ea"/>
                <a:cs typeface="Times New Roman" panose="02020603050405020304" pitchFamily="18" charset="0"/>
              </a:defRPr>
            </a:lvl1pPr>
          </a:lstStyle>
          <a:p>
            <a:r>
              <a:rPr lang="fr-FR" dirty="0"/>
              <a:t>Process Bratislava: Injection Facture </a:t>
            </a:r>
            <a:r>
              <a:rPr lang="fr-FR" dirty="0" err="1"/>
              <a:t>hospi</a:t>
            </a:r>
            <a:endParaRPr lang="fr-FR" dirty="0"/>
          </a:p>
        </p:txBody>
      </p:sp>
      <p:pic>
        <p:nvPicPr>
          <p:cNvPr id="15" name="Graphique 14">
            <a:extLst>
              <a:ext uri="{FF2B5EF4-FFF2-40B4-BE49-F238E27FC236}">
                <a16:creationId xmlns:a16="http://schemas.microsoft.com/office/drawing/2014/main" id="{2219EF70-B464-3277-DBF8-2977EA8A57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1493" y="1678349"/>
            <a:ext cx="11002357" cy="5718030"/>
          </a:xfrm>
          <a:prstGeom prst="rect">
            <a:avLst/>
          </a:prstGeom>
        </p:spPr>
      </p:pic>
      <p:pic>
        <p:nvPicPr>
          <p:cNvPr id="48" name="Image 47">
            <a:extLst>
              <a:ext uri="{FF2B5EF4-FFF2-40B4-BE49-F238E27FC236}">
                <a16:creationId xmlns:a16="http://schemas.microsoft.com/office/drawing/2014/main" id="{379BFFE5-DF3A-2B8B-6F1A-A9CBA9EF846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466219" y="1459429"/>
            <a:ext cx="629226" cy="745392"/>
          </a:xfrm>
          <a:prstGeom prst="rect">
            <a:avLst/>
          </a:prstGeom>
        </p:spPr>
      </p:pic>
      <p:pic>
        <p:nvPicPr>
          <p:cNvPr id="50" name="Image 49">
            <a:extLst>
              <a:ext uri="{FF2B5EF4-FFF2-40B4-BE49-F238E27FC236}">
                <a16:creationId xmlns:a16="http://schemas.microsoft.com/office/drawing/2014/main" id="{BEC0F195-FF81-F9CE-565C-C1FC41B5D007}"/>
              </a:ext>
            </a:extLst>
          </p:cNvPr>
          <p:cNvPicPr>
            <a:picLocks noChangeAspect="1"/>
          </p:cNvPicPr>
          <p:nvPr/>
        </p:nvPicPr>
        <p:blipFill>
          <a:blip r:embed="rId5"/>
          <a:stretch>
            <a:fillRect/>
          </a:stretch>
        </p:blipFill>
        <p:spPr>
          <a:xfrm>
            <a:off x="5726720" y="1701857"/>
            <a:ext cx="632515" cy="502964"/>
          </a:xfrm>
          <a:prstGeom prst="rect">
            <a:avLst/>
          </a:prstGeom>
        </p:spPr>
      </p:pic>
      <p:pic>
        <p:nvPicPr>
          <p:cNvPr id="52" name="Image 51">
            <a:extLst>
              <a:ext uri="{FF2B5EF4-FFF2-40B4-BE49-F238E27FC236}">
                <a16:creationId xmlns:a16="http://schemas.microsoft.com/office/drawing/2014/main" id="{009977CD-732B-91DF-67D5-C8E5D74CDD77}"/>
              </a:ext>
            </a:extLst>
          </p:cNvPr>
          <p:cNvPicPr>
            <a:picLocks noChangeAspect="1"/>
          </p:cNvPicPr>
          <p:nvPr/>
        </p:nvPicPr>
        <p:blipFill>
          <a:blip r:embed="rId6"/>
          <a:stretch>
            <a:fillRect/>
          </a:stretch>
        </p:blipFill>
        <p:spPr>
          <a:xfrm>
            <a:off x="5726720" y="2512665"/>
            <a:ext cx="853514" cy="541067"/>
          </a:xfrm>
          <a:prstGeom prst="rect">
            <a:avLst/>
          </a:prstGeom>
        </p:spPr>
      </p:pic>
      <p:pic>
        <p:nvPicPr>
          <p:cNvPr id="56" name="Image 55">
            <a:extLst>
              <a:ext uri="{FF2B5EF4-FFF2-40B4-BE49-F238E27FC236}">
                <a16:creationId xmlns:a16="http://schemas.microsoft.com/office/drawing/2014/main" id="{A653211E-6037-FEFD-BA21-97D853A6EB48}"/>
              </a:ext>
            </a:extLst>
          </p:cNvPr>
          <p:cNvPicPr>
            <a:picLocks noChangeAspect="1"/>
          </p:cNvPicPr>
          <p:nvPr/>
        </p:nvPicPr>
        <p:blipFill>
          <a:blip r:embed="rId5"/>
          <a:stretch>
            <a:fillRect/>
          </a:stretch>
        </p:blipFill>
        <p:spPr>
          <a:xfrm>
            <a:off x="8740285" y="1820219"/>
            <a:ext cx="632515" cy="502964"/>
          </a:xfrm>
          <a:prstGeom prst="rect">
            <a:avLst/>
          </a:prstGeom>
        </p:spPr>
      </p:pic>
      <p:pic>
        <p:nvPicPr>
          <p:cNvPr id="58" name="Image 57">
            <a:extLst>
              <a:ext uri="{FF2B5EF4-FFF2-40B4-BE49-F238E27FC236}">
                <a16:creationId xmlns:a16="http://schemas.microsoft.com/office/drawing/2014/main" id="{D19DCD17-C828-B8DC-BAEF-21497EE539E3}"/>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617337" y="2550618"/>
            <a:ext cx="482134" cy="594412"/>
          </a:xfrm>
          <a:prstGeom prst="rect">
            <a:avLst/>
          </a:prstGeom>
        </p:spPr>
      </p:pic>
      <p:pic>
        <p:nvPicPr>
          <p:cNvPr id="59" name="Image 58">
            <a:extLst>
              <a:ext uri="{FF2B5EF4-FFF2-40B4-BE49-F238E27FC236}">
                <a16:creationId xmlns:a16="http://schemas.microsoft.com/office/drawing/2014/main" id="{DC19BBCD-24E3-0BEA-6143-B29A7DBA4E0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571105" y="4590332"/>
            <a:ext cx="482134" cy="594412"/>
          </a:xfrm>
          <a:prstGeom prst="rect">
            <a:avLst/>
          </a:prstGeom>
        </p:spPr>
      </p:pic>
      <p:pic>
        <p:nvPicPr>
          <p:cNvPr id="63" name="Image 62">
            <a:extLst>
              <a:ext uri="{FF2B5EF4-FFF2-40B4-BE49-F238E27FC236}">
                <a16:creationId xmlns:a16="http://schemas.microsoft.com/office/drawing/2014/main" id="{3A63EA42-4C6B-A525-3101-61EDE9E09EA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8882628" y="4173963"/>
            <a:ext cx="267454" cy="464860"/>
          </a:xfrm>
          <a:prstGeom prst="rect">
            <a:avLst/>
          </a:prstGeom>
        </p:spPr>
      </p:pic>
      <p:pic>
        <p:nvPicPr>
          <p:cNvPr id="4" name="Image 3">
            <a:extLst>
              <a:ext uri="{FF2B5EF4-FFF2-40B4-BE49-F238E27FC236}">
                <a16:creationId xmlns:a16="http://schemas.microsoft.com/office/drawing/2014/main" id="{8E879FC1-2EDF-9B3A-6BB5-0DB8842A5271}"/>
              </a:ext>
            </a:extLst>
          </p:cNvPr>
          <p:cNvPicPr>
            <a:picLocks noChangeAspect="1"/>
          </p:cNvPicPr>
          <p:nvPr/>
        </p:nvPicPr>
        <p:blipFill>
          <a:blip r:embed="rId9"/>
          <a:stretch>
            <a:fillRect/>
          </a:stretch>
        </p:blipFill>
        <p:spPr>
          <a:xfrm>
            <a:off x="8549767" y="5895191"/>
            <a:ext cx="617273" cy="594412"/>
          </a:xfrm>
          <a:prstGeom prst="rect">
            <a:avLst/>
          </a:prstGeom>
        </p:spPr>
      </p:pic>
      <p:pic>
        <p:nvPicPr>
          <p:cNvPr id="5" name="Image 4">
            <a:extLst>
              <a:ext uri="{FF2B5EF4-FFF2-40B4-BE49-F238E27FC236}">
                <a16:creationId xmlns:a16="http://schemas.microsoft.com/office/drawing/2014/main" id="{CA2FB180-6064-8286-A576-BF5D8F0A8F82}"/>
              </a:ext>
            </a:extLst>
          </p:cNvPr>
          <p:cNvPicPr>
            <a:picLocks noChangeAspect="1"/>
          </p:cNvPicPr>
          <p:nvPr/>
        </p:nvPicPr>
        <p:blipFill>
          <a:blip r:embed="rId10"/>
          <a:stretch>
            <a:fillRect/>
          </a:stretch>
        </p:blipFill>
        <p:spPr>
          <a:xfrm>
            <a:off x="10624507" y="6280002"/>
            <a:ext cx="358171" cy="464860"/>
          </a:xfrm>
          <a:prstGeom prst="rect">
            <a:avLst/>
          </a:prstGeom>
        </p:spPr>
      </p:pic>
    </p:spTree>
    <p:extLst>
      <p:ext uri="{BB962C8B-B14F-4D97-AF65-F5344CB8AC3E}">
        <p14:creationId xmlns:p14="http://schemas.microsoft.com/office/powerpoint/2010/main" val="398337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nodeType="clickEffect">
                                  <p:stCondLst>
                                    <p:cond delay="0"/>
                                  </p:stCondLst>
                                  <p:childTnLst>
                                    <p:animMotion origin="layout" path="M 3.09524E-6 3.12169E-6 L 0.11173 3.12169E-6 C 0.16158 3.12169E-6 0.22346 0.02761 0.22346 0.05142 L 0.22346 0.10449 " pathEditMode="relative" rAng="0" ptsTypes="AAAA">
                                      <p:cBhvr>
                                        <p:cTn id="6" dur="2000" fill="hold"/>
                                        <p:tgtEl>
                                          <p:spTgt spid="48"/>
                                        </p:tgtEl>
                                        <p:attrNameLst>
                                          <p:attrName>ppt_x</p:attrName>
                                          <p:attrName>ppt_y</p:attrName>
                                        </p:attrNameLst>
                                      </p:cBhvr>
                                      <p:rCtr x="11173" y="5225"/>
                                    </p:animMotion>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nodeType="clickEffect">
                                  <p:stCondLst>
                                    <p:cond delay="0"/>
                                  </p:stCondLst>
                                  <p:childTnLst>
                                    <p:animMotion origin="layout" path="M -4.20635E-6 -3.01587E-6 L 0.15253 -0.0043 " pathEditMode="relative" rAng="0" ptsTypes="AA">
                                      <p:cBhvr>
                                        <p:cTn id="20" dur="2000" fill="hold"/>
                                        <p:tgtEl>
                                          <p:spTgt spid="50"/>
                                        </p:tgtEl>
                                        <p:attrNameLst>
                                          <p:attrName>ppt_x</p:attrName>
                                          <p:attrName>ppt_y</p:attrName>
                                        </p:attrNameLst>
                                      </p:cBhvr>
                                      <p:rCtr x="7626" y="-215"/>
                                    </p:animMotion>
                                  </p:childTnLst>
                                </p:cTn>
                              </p:par>
                              <p:par>
                                <p:cTn id="21" presetID="42" presetClass="path" presetSubtype="0" accel="50000" decel="50000" fill="hold" nodeType="withEffect">
                                  <p:stCondLst>
                                    <p:cond delay="0"/>
                                  </p:stCondLst>
                                  <p:childTnLst>
                                    <p:animMotion origin="layout" path="M -4.7619E-6 2.1164E-6 L 0.13406 0.00446 " pathEditMode="relative" rAng="0" ptsTypes="AA">
                                      <p:cBhvr>
                                        <p:cTn id="22" dur="2000" fill="hold"/>
                                        <p:tgtEl>
                                          <p:spTgt spid="52"/>
                                        </p:tgtEl>
                                        <p:attrNameLst>
                                          <p:attrName>ppt_x</p:attrName>
                                          <p:attrName>ppt_y</p:attrName>
                                        </p:attrNameLst>
                                      </p:cBhvr>
                                      <p:rCtr x="6696" y="215"/>
                                    </p:animMotion>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50"/>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5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nodeType="clickEffect">
                                  <p:stCondLst>
                                    <p:cond delay="0"/>
                                  </p:stCondLst>
                                  <p:childTnLst>
                                    <p:animMotion origin="layout" path="M 4.72222E-6 -3.80952E-6 L 0.12698 -0.02612 " pathEditMode="relative" rAng="0" ptsTypes="AA">
                                      <p:cBhvr>
                                        <p:cTn id="38" dur="2000" fill="hold"/>
                                        <p:tgtEl>
                                          <p:spTgt spid="56"/>
                                        </p:tgtEl>
                                        <p:attrNameLst>
                                          <p:attrName>ppt_x</p:attrName>
                                          <p:attrName>ppt_y</p:attrName>
                                        </p:attrNameLst>
                                      </p:cBhvr>
                                      <p:rCtr x="6349" y="-1306"/>
                                    </p:animMotion>
                                  </p:childTnLst>
                                </p:cTn>
                              </p:par>
                              <p:par>
                                <p:cTn id="39" presetID="42" presetClass="path" presetSubtype="0" accel="50000" decel="50000" fill="hold" nodeType="withEffect">
                                  <p:stCondLst>
                                    <p:cond delay="0"/>
                                  </p:stCondLst>
                                  <p:childTnLst>
                                    <p:animMotion origin="layout" path="M -4.28571E-6 3.01587E-6 L 0.00286 0.11326 " pathEditMode="relative" rAng="0" ptsTypes="AA">
                                      <p:cBhvr>
                                        <p:cTn id="40" dur="2000" fill="hold"/>
                                        <p:tgtEl>
                                          <p:spTgt spid="58"/>
                                        </p:tgtEl>
                                        <p:attrNameLst>
                                          <p:attrName>ppt_x</p:attrName>
                                          <p:attrName>ppt_y</p:attrName>
                                        </p:attrNameLst>
                                      </p:cBhvr>
                                      <p:rCtr x="136" y="5655"/>
                                    </p:animMotion>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56"/>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58"/>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59"/>
                                        </p:tgtEl>
                                        <p:attrNameLst>
                                          <p:attrName>style.visibility</p:attrName>
                                        </p:attrNameLst>
                                      </p:cBhvr>
                                      <p:to>
                                        <p:strVal val="visible"/>
                                      </p:to>
                                    </p:set>
                                  </p:childTnLst>
                                </p:cTn>
                              </p:par>
                              <p:par>
                                <p:cTn id="49" presetID="42" presetClass="path" presetSubtype="0" accel="50000" decel="50000" fill="hold" nodeType="withEffect">
                                  <p:stCondLst>
                                    <p:cond delay="0"/>
                                  </p:stCondLst>
                                  <p:childTnLst>
                                    <p:animMotion origin="layout" path="M 1.94444E-6 -3.91534E-6 L -0.0661 0.14451 " pathEditMode="relative" rAng="0" ptsTypes="AA">
                                      <p:cBhvr>
                                        <p:cTn id="50" dur="2000" fill="hold"/>
                                        <p:tgtEl>
                                          <p:spTgt spid="59"/>
                                        </p:tgtEl>
                                        <p:attrNameLst>
                                          <p:attrName>ppt_x</p:attrName>
                                          <p:attrName>ppt_y</p:attrName>
                                        </p:attrNameLst>
                                      </p:cBhvr>
                                      <p:rCtr x="-3311" y="7226"/>
                                    </p:animMotion>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63"/>
                                        </p:tgtEl>
                                        <p:attrNameLst>
                                          <p:attrName>style.visibility</p:attrName>
                                        </p:attrNameLst>
                                      </p:cBhvr>
                                      <p:to>
                                        <p:strVal val="hidden"/>
                                      </p:to>
                                    </p:set>
                                  </p:childTnLst>
                                </p:cTn>
                              </p:par>
                              <p:par>
                                <p:cTn id="59" presetID="1" presetClass="entr" presetSubtype="0" fill="hold" nodeType="withEffect">
                                  <p:stCondLst>
                                    <p:cond delay="0"/>
                                  </p:stCondLst>
                                  <p:childTnLst>
                                    <p:set>
                                      <p:cBhvr>
                                        <p:cTn id="60" dur="1" fill="hold">
                                          <p:stCondLst>
                                            <p:cond delay="0"/>
                                          </p:stCondLst>
                                        </p:cTn>
                                        <p:tgtEl>
                                          <p:spTgt spid="6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0" presetClass="path" presetSubtype="0" accel="50000" decel="50000" fill="hold" nodeType="clickEffect">
                                  <p:stCondLst>
                                    <p:cond delay="0"/>
                                  </p:stCondLst>
                                  <p:childTnLst>
                                    <p:animMotion origin="layout" path="M 6.34921E-7 1.69312E-6 L 6.34921E-7 0.00016 C 0.02741 -0.00199 0.02269 -0.00248 0.05469 1.69312E-6 C 0.05742 0.00016 0.0599 0.00099 0.06262 0.00149 C 0.06647 0.00198 0.07044 0.00231 0.07428 0.00281 C 0.07378 0.00628 0.07354 0.00959 0.07304 0.0129 C 0.07267 0.01587 0.07168 0.01868 0.07168 0.02166 C 0.07168 0.0453 0.07217 0.06911 0.07304 0.09276 C 0.07304 0.09474 0.07403 0.09672 0.07428 0.09854 C 0.0749 0.10168 0.07304 0.10665 0.07564 0.10747 C 0.08693 0.11061 0.09908 0.10846 0.11086 0.10879 C 0.11756 0.11028 0.11867 0.11028 0.12525 0.11326 C 0.12711 0.11392 0.12884 0.11491 0.13046 0.11607 C 0.13194 0.11723 0.13318 0.11888 0.13442 0.12037 C 0.13628 0.12318 0.13963 0.1293 0.13963 0.12946 C 0.14013 0.13062 0.14062 0.13211 0.141 0.1336 C 0.14174 0.13823 0.14137 0.14467 0.14348 0.14947 C 0.14422 0.15112 0.14546 0.15245 0.1462 0.15393 C 0.15327 0.16948 0.14496 0.15559 0.15141 0.16402 C 0.15278 0.16584 0.15352 0.16832 0.15538 0.16981 C 0.15712 0.17129 0.15972 0.17163 0.16183 0.17278 C 0.16357 0.17361 0.16518 0.17477 0.16704 0.17559 C 0.17138 0.17758 0.17894 0.17807 0.18266 0.17857 C 0.18614 0.18055 0.19258 0.18022 0.1932 0.18436 C 0.19358 0.18783 0.19395 0.19114 0.19457 0.19444 C 0.19482 0.19643 0.19568 0.19825 0.19568 0.20023 C 0.19618 0.20916 0.19568 0.21776 0.19568 0.22668 " pathEditMode="relative" rAng="0" ptsTypes="AAAAAAAAAAAAAAAAAAAAAAAAAAA">
                                      <p:cBhvr>
                                        <p:cTn id="64" dur="2000" fill="hold"/>
                                        <p:tgtEl>
                                          <p:spTgt spid="63"/>
                                        </p:tgtEl>
                                        <p:attrNameLst>
                                          <p:attrName>ppt_x</p:attrName>
                                          <p:attrName>ppt_y</p:attrName>
                                        </p:attrNameLst>
                                      </p:cBhvr>
                                      <p:rCtr x="9797" y="1124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054A1-8320-062A-3379-0419B3B4288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3C5D6CB-F116-A9C2-7787-F37007BE7E34}"/>
              </a:ext>
            </a:extLst>
          </p:cNvPr>
          <p:cNvSpPr>
            <a:spLocks noGrp="1"/>
          </p:cNvSpPr>
          <p:nvPr>
            <p:ph type="title"/>
          </p:nvPr>
        </p:nvSpPr>
        <p:spPr>
          <a:xfrm>
            <a:off x="351157" y="203609"/>
            <a:ext cx="10081260" cy="1001736"/>
          </a:xfrm>
        </p:spPr>
        <p:txBody>
          <a:bodyPr/>
          <a:lstStyle/>
          <a:p>
            <a:r>
              <a:rPr lang="fr-FR" dirty="0"/>
              <a:t>Process Bratislava: Instance dans </a:t>
            </a:r>
            <a:r>
              <a:rPr lang="fr-FR" dirty="0" err="1"/>
              <a:t>Camunda</a:t>
            </a:r>
            <a:endParaRPr lang="fr-FR" dirty="0"/>
          </a:p>
        </p:txBody>
      </p:sp>
      <p:sp>
        <p:nvSpPr>
          <p:cNvPr id="4" name="Espace réservé du numéro de diapositive 3">
            <a:extLst>
              <a:ext uri="{FF2B5EF4-FFF2-40B4-BE49-F238E27FC236}">
                <a16:creationId xmlns:a16="http://schemas.microsoft.com/office/drawing/2014/main" id="{6A9D5884-5DC6-AEAF-7A33-FEE897B0DBD5}"/>
              </a:ext>
            </a:extLst>
          </p:cNvPr>
          <p:cNvSpPr>
            <a:spLocks noGrp="1"/>
          </p:cNvSpPr>
          <p:nvPr>
            <p:ph type="sldNum" sz="quarter" idx="14"/>
          </p:nvPr>
        </p:nvSpPr>
        <p:spPr/>
        <p:txBody>
          <a:bodyPr/>
          <a:lstStyle/>
          <a:p>
            <a:fld id="{6171D845-F8B3-4BB2-8773-5DDC88305775}" type="slidenum">
              <a:rPr lang="fr-FR" smtClean="0"/>
              <a:t>7</a:t>
            </a:fld>
            <a:endParaRPr lang="fr-FR"/>
          </a:p>
        </p:txBody>
      </p:sp>
      <p:pic>
        <p:nvPicPr>
          <p:cNvPr id="5" name="Image 4">
            <a:extLst>
              <a:ext uri="{FF2B5EF4-FFF2-40B4-BE49-F238E27FC236}">
                <a16:creationId xmlns:a16="http://schemas.microsoft.com/office/drawing/2014/main" id="{A7D3ED43-B1E4-B66E-C36D-618CCD35E56E}"/>
              </a:ext>
            </a:extLst>
          </p:cNvPr>
          <p:cNvPicPr>
            <a:picLocks noChangeAspect="1"/>
          </p:cNvPicPr>
          <p:nvPr/>
        </p:nvPicPr>
        <p:blipFill>
          <a:blip r:embed="rId2"/>
          <a:stretch>
            <a:fillRect/>
          </a:stretch>
        </p:blipFill>
        <p:spPr>
          <a:xfrm>
            <a:off x="0" y="1816717"/>
            <a:ext cx="12801600" cy="5967765"/>
          </a:xfrm>
          <a:prstGeom prst="rect">
            <a:avLst/>
          </a:prstGeom>
        </p:spPr>
      </p:pic>
    </p:spTree>
    <p:extLst>
      <p:ext uri="{BB962C8B-B14F-4D97-AF65-F5344CB8AC3E}">
        <p14:creationId xmlns:p14="http://schemas.microsoft.com/office/powerpoint/2010/main" val="2678336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C3CF9-88A6-0F42-C09C-F84B838F2D7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E6968D1-E077-9C8B-1F2D-7452B2EA5930}"/>
              </a:ext>
            </a:extLst>
          </p:cNvPr>
          <p:cNvSpPr>
            <a:spLocks noGrp="1"/>
          </p:cNvSpPr>
          <p:nvPr>
            <p:ph type="title"/>
          </p:nvPr>
        </p:nvSpPr>
        <p:spPr>
          <a:xfrm>
            <a:off x="351157" y="203609"/>
            <a:ext cx="10081260" cy="1001736"/>
          </a:xfrm>
        </p:spPr>
        <p:txBody>
          <a:bodyPr/>
          <a:lstStyle/>
          <a:p>
            <a:r>
              <a:rPr lang="fr-FR" dirty="0"/>
              <a:t>Process Bratislava: Instance dans Base Contexte</a:t>
            </a:r>
          </a:p>
        </p:txBody>
      </p:sp>
      <p:sp>
        <p:nvSpPr>
          <p:cNvPr id="4" name="Espace réservé du numéro de diapositive 3">
            <a:extLst>
              <a:ext uri="{FF2B5EF4-FFF2-40B4-BE49-F238E27FC236}">
                <a16:creationId xmlns:a16="http://schemas.microsoft.com/office/drawing/2014/main" id="{7245AE80-8BEC-6058-3152-D328B993B7D4}"/>
              </a:ext>
            </a:extLst>
          </p:cNvPr>
          <p:cNvSpPr>
            <a:spLocks noGrp="1"/>
          </p:cNvSpPr>
          <p:nvPr>
            <p:ph type="sldNum" sz="quarter" idx="14"/>
          </p:nvPr>
        </p:nvSpPr>
        <p:spPr/>
        <p:txBody>
          <a:bodyPr/>
          <a:lstStyle/>
          <a:p>
            <a:fld id="{6171D845-F8B3-4BB2-8773-5DDC88305775}" type="slidenum">
              <a:rPr lang="fr-FR" smtClean="0"/>
              <a:t>8</a:t>
            </a:fld>
            <a:endParaRPr lang="fr-FR"/>
          </a:p>
        </p:txBody>
      </p:sp>
      <p:pic>
        <p:nvPicPr>
          <p:cNvPr id="6" name="Image 5">
            <a:extLst>
              <a:ext uri="{FF2B5EF4-FFF2-40B4-BE49-F238E27FC236}">
                <a16:creationId xmlns:a16="http://schemas.microsoft.com/office/drawing/2014/main" id="{2F353311-79E7-157E-5333-49DFC4814CE1}"/>
              </a:ext>
            </a:extLst>
          </p:cNvPr>
          <p:cNvPicPr>
            <a:picLocks noChangeAspect="1"/>
          </p:cNvPicPr>
          <p:nvPr/>
        </p:nvPicPr>
        <p:blipFill>
          <a:blip r:embed="rId2"/>
          <a:stretch>
            <a:fillRect/>
          </a:stretch>
        </p:blipFill>
        <p:spPr>
          <a:xfrm>
            <a:off x="0" y="1395990"/>
            <a:ext cx="12801600" cy="6809219"/>
          </a:xfrm>
          <a:prstGeom prst="rect">
            <a:avLst/>
          </a:prstGeom>
        </p:spPr>
      </p:pic>
    </p:spTree>
    <p:extLst>
      <p:ext uri="{BB962C8B-B14F-4D97-AF65-F5344CB8AC3E}">
        <p14:creationId xmlns:p14="http://schemas.microsoft.com/office/powerpoint/2010/main" val="38591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30388-5DEF-BCD5-0240-1AA63A61E242}"/>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F6023BBC-35EE-C542-C716-B12696C6DCC9}"/>
              </a:ext>
            </a:extLst>
          </p:cNvPr>
          <p:cNvSpPr txBox="1">
            <a:spLocks/>
          </p:cNvSpPr>
          <p:nvPr/>
        </p:nvSpPr>
        <p:spPr>
          <a:xfrm>
            <a:off x="59516" y="73059"/>
            <a:ext cx="12682567" cy="756379"/>
          </a:xfrm>
          <a:prstGeom prst="rect">
            <a:avLst/>
          </a:prstGeom>
        </p:spPr>
        <p:txBody>
          <a:bodyPr vert="horz" lIns="36000" tIns="36000" rIns="0" bIns="0" rtlCol="0" anchor="t" anchorCtr="0">
            <a:noAutofit/>
          </a:bodyPr>
          <a:lstStyle>
            <a:lvl1pPr algn="l" defTabSz="1152144" rtl="0" eaLnBrk="1" latinLnBrk="0" hangingPunct="1">
              <a:spcBef>
                <a:spcPct val="0"/>
              </a:spcBef>
              <a:buNone/>
              <a:defRPr sz="4032" kern="1200">
                <a:solidFill>
                  <a:schemeClr val="tx1"/>
                </a:solidFill>
                <a:latin typeface="Times New Roman" panose="02020603050405020304" pitchFamily="18" charset="0"/>
                <a:ea typeface="+mj-ea"/>
                <a:cs typeface="Times New Roman" panose="02020603050405020304" pitchFamily="18" charset="0"/>
              </a:defRPr>
            </a:lvl1pPr>
          </a:lstStyle>
          <a:p>
            <a:r>
              <a:rPr lang="fr-FR" dirty="0"/>
              <a:t>Recherche dans Portail CRC</a:t>
            </a:r>
          </a:p>
        </p:txBody>
      </p:sp>
      <p:pic>
        <p:nvPicPr>
          <p:cNvPr id="15" name="Graphique 14">
            <a:extLst>
              <a:ext uri="{FF2B5EF4-FFF2-40B4-BE49-F238E27FC236}">
                <a16:creationId xmlns:a16="http://schemas.microsoft.com/office/drawing/2014/main" id="{368034FD-9BEF-197D-69F4-B5906B3A19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1493" y="1678349"/>
            <a:ext cx="11002357" cy="5718030"/>
          </a:xfrm>
          <a:prstGeom prst="rect">
            <a:avLst/>
          </a:prstGeom>
        </p:spPr>
      </p:pic>
      <p:pic>
        <p:nvPicPr>
          <p:cNvPr id="59" name="Image 58">
            <a:extLst>
              <a:ext uri="{FF2B5EF4-FFF2-40B4-BE49-F238E27FC236}">
                <a16:creationId xmlns:a16="http://schemas.microsoft.com/office/drawing/2014/main" id="{53CEC13F-161D-8974-DB50-8A820077BE4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579967" y="5918020"/>
            <a:ext cx="482134" cy="594412"/>
          </a:xfrm>
          <a:prstGeom prst="rect">
            <a:avLst/>
          </a:prstGeom>
        </p:spPr>
      </p:pic>
      <p:pic>
        <p:nvPicPr>
          <p:cNvPr id="63" name="Image 62">
            <a:extLst>
              <a:ext uri="{FF2B5EF4-FFF2-40B4-BE49-F238E27FC236}">
                <a16:creationId xmlns:a16="http://schemas.microsoft.com/office/drawing/2014/main" id="{73EA611E-7C1F-AB9F-EE94-6778181049C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254474" y="6280002"/>
            <a:ext cx="267454" cy="464860"/>
          </a:xfrm>
          <a:prstGeom prst="rect">
            <a:avLst/>
          </a:prstGeom>
        </p:spPr>
      </p:pic>
      <p:pic>
        <p:nvPicPr>
          <p:cNvPr id="4" name="Image 3">
            <a:extLst>
              <a:ext uri="{FF2B5EF4-FFF2-40B4-BE49-F238E27FC236}">
                <a16:creationId xmlns:a16="http://schemas.microsoft.com/office/drawing/2014/main" id="{A9B529D5-301D-05FE-74A4-09B8A9ACA8B4}"/>
              </a:ext>
            </a:extLst>
          </p:cNvPr>
          <p:cNvPicPr>
            <a:picLocks noChangeAspect="1"/>
          </p:cNvPicPr>
          <p:nvPr/>
        </p:nvPicPr>
        <p:blipFill>
          <a:blip r:embed="rId6"/>
          <a:stretch>
            <a:fillRect/>
          </a:stretch>
        </p:blipFill>
        <p:spPr>
          <a:xfrm>
            <a:off x="8549767" y="5895191"/>
            <a:ext cx="617273" cy="594412"/>
          </a:xfrm>
          <a:prstGeom prst="rect">
            <a:avLst/>
          </a:prstGeom>
        </p:spPr>
      </p:pic>
      <p:pic>
        <p:nvPicPr>
          <p:cNvPr id="5" name="Image 4">
            <a:extLst>
              <a:ext uri="{FF2B5EF4-FFF2-40B4-BE49-F238E27FC236}">
                <a16:creationId xmlns:a16="http://schemas.microsoft.com/office/drawing/2014/main" id="{DF24A7E2-23AA-CA1E-0876-72DDED937D18}"/>
              </a:ext>
            </a:extLst>
          </p:cNvPr>
          <p:cNvPicPr>
            <a:picLocks noChangeAspect="1"/>
          </p:cNvPicPr>
          <p:nvPr/>
        </p:nvPicPr>
        <p:blipFill>
          <a:blip r:embed="rId7"/>
          <a:stretch>
            <a:fillRect/>
          </a:stretch>
        </p:blipFill>
        <p:spPr>
          <a:xfrm>
            <a:off x="10624507" y="6280002"/>
            <a:ext cx="358171" cy="464860"/>
          </a:xfrm>
          <a:prstGeom prst="rect">
            <a:avLst/>
          </a:prstGeom>
        </p:spPr>
      </p:pic>
      <p:graphicFrame>
        <p:nvGraphicFramePr>
          <p:cNvPr id="3" name="Diagramme 2">
            <a:extLst>
              <a:ext uri="{FF2B5EF4-FFF2-40B4-BE49-F238E27FC236}">
                <a16:creationId xmlns:a16="http://schemas.microsoft.com/office/drawing/2014/main" id="{1CF7E004-A58F-2F09-9F07-15A97ACCE98F}"/>
              </a:ext>
            </a:extLst>
          </p:cNvPr>
          <p:cNvGraphicFramePr/>
          <p:nvPr>
            <p:extLst>
              <p:ext uri="{D42A27DB-BD31-4B8C-83A1-F6EECF244321}">
                <p14:modId xmlns:p14="http://schemas.microsoft.com/office/powerpoint/2010/main" val="3435939825"/>
              </p:ext>
            </p:extLst>
          </p:nvPr>
        </p:nvGraphicFramePr>
        <p:xfrm>
          <a:off x="-483052" y="3923067"/>
          <a:ext cx="3628034" cy="214522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8" name="Image 7">
            <a:extLst>
              <a:ext uri="{FF2B5EF4-FFF2-40B4-BE49-F238E27FC236}">
                <a16:creationId xmlns:a16="http://schemas.microsoft.com/office/drawing/2014/main" id="{C93699AD-D9C2-3048-7775-0C7523A56BA7}"/>
              </a:ext>
            </a:extLst>
          </p:cNvPr>
          <p:cNvPicPr>
            <a:picLocks noChangeAspect="1"/>
          </p:cNvPicPr>
          <p:nvPr/>
        </p:nvPicPr>
        <p:blipFill>
          <a:blip r:embed="rId13"/>
          <a:stretch>
            <a:fillRect/>
          </a:stretch>
        </p:blipFill>
        <p:spPr>
          <a:xfrm>
            <a:off x="6994950" y="3971558"/>
            <a:ext cx="853514" cy="685859"/>
          </a:xfrm>
          <a:prstGeom prst="rect">
            <a:avLst/>
          </a:prstGeom>
        </p:spPr>
      </p:pic>
      <p:pic>
        <p:nvPicPr>
          <p:cNvPr id="10" name="Image 9">
            <a:extLst>
              <a:ext uri="{FF2B5EF4-FFF2-40B4-BE49-F238E27FC236}">
                <a16:creationId xmlns:a16="http://schemas.microsoft.com/office/drawing/2014/main" id="{FA6BF6C5-DFDA-B719-9EC6-7E47B83459DD}"/>
              </a:ext>
            </a:extLst>
          </p:cNvPr>
          <p:cNvPicPr>
            <a:picLocks noChangeAspect="1"/>
          </p:cNvPicPr>
          <p:nvPr/>
        </p:nvPicPr>
        <p:blipFill>
          <a:blip r:embed="rId14"/>
          <a:stretch>
            <a:fillRect/>
          </a:stretch>
        </p:blipFill>
        <p:spPr>
          <a:xfrm>
            <a:off x="4866029" y="3579094"/>
            <a:ext cx="769687" cy="784928"/>
          </a:xfrm>
          <a:prstGeom prst="rect">
            <a:avLst/>
          </a:prstGeom>
        </p:spPr>
      </p:pic>
      <p:pic>
        <p:nvPicPr>
          <p:cNvPr id="12" name="Image 11">
            <a:extLst>
              <a:ext uri="{FF2B5EF4-FFF2-40B4-BE49-F238E27FC236}">
                <a16:creationId xmlns:a16="http://schemas.microsoft.com/office/drawing/2014/main" id="{AAEBC42A-B6A5-E9E5-07FB-D717C6D0AD11}"/>
              </a:ext>
            </a:extLst>
          </p:cNvPr>
          <p:cNvPicPr>
            <a:picLocks noChangeAspect="1"/>
          </p:cNvPicPr>
          <p:nvPr/>
        </p:nvPicPr>
        <p:blipFill>
          <a:blip r:embed="rId15"/>
          <a:stretch>
            <a:fillRect/>
          </a:stretch>
        </p:blipFill>
        <p:spPr>
          <a:xfrm>
            <a:off x="3089564" y="4478322"/>
            <a:ext cx="651718" cy="644556"/>
          </a:xfrm>
          <a:prstGeom prst="rect">
            <a:avLst/>
          </a:prstGeom>
        </p:spPr>
      </p:pic>
    </p:spTree>
    <p:extLst>
      <p:ext uri="{BB962C8B-B14F-4D97-AF65-F5344CB8AC3E}">
        <p14:creationId xmlns:p14="http://schemas.microsoft.com/office/powerpoint/2010/main" val="277461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0297 -0.00727 L -0.00297 -0.00727 C -0.00669 -0.02133 -0.01078 -0.03505 -0.01388 -0.04927 C -0.01624 -0.06002 -0.01922 -0.08234 -0.01922 -0.08234 C -0.01971 -0.08846 -0.02195 -0.12335 -0.02257 -0.12417 C -0.02356 -0.12599 -0.03893 -0.11657 -0.04092 -0.11557 C -0.04377 -0.11409 -0.04662 -0.11227 -0.0496 -0.11128 C -0.05382 -0.10979 -0.0625 -0.1083 -0.0625 -0.1083 C -0.0718 -0.11095 -0.07626 -0.10929 -0.08197 -0.11706 C -0.08333 -0.11872 -0.0842 -0.12087 -0.08531 -0.12285 C -0.08556 -0.12897 -0.08606 -0.13525 -0.08631 -0.14153 C -0.08717 -0.16369 -0.08717 -0.18585 -0.08854 -0.20784 C -0.08866 -0.20966 -0.08953 -0.21131 -0.09065 -0.2123 C -0.09809 -0.21792 -0.10007 -0.21743 -0.10689 -0.21941 C -0.12066 -0.22354 -0.10032 -0.21792 -0.11669 -0.22239 C -0.12004 -0.22503 -0.12276 -0.22751 -0.12636 -0.2295 C -0.12748 -0.23016 -0.12847 -0.23049 -0.12958 -0.23098 C -0.13107 -0.23247 -0.13244 -0.23396 -0.13392 -0.23528 C -0.13504 -0.23628 -0.13628 -0.23694 -0.13715 -0.23826 C -0.13814 -0.23942 -0.13851 -0.24124 -0.13938 -0.24256 C -0.14037 -0.24405 -0.14161 -0.24537 -0.14261 -0.24686 C -0.14372 -0.24868 -0.14471 -0.25066 -0.14583 -0.25264 C -0.14806 -0.26157 -0.14633 -0.26042 -0.15129 -0.26422 C -0.15265 -0.26521 -0.15401 -0.26653 -0.15563 -0.26703 C -0.15699 -0.26753 -0.15848 -0.26703 -0.15984 -0.26703 " pathEditMode="relative" ptsTypes="AAAAAAAAAAAAAAAAAAAAAAAAA">
                                      <p:cBhvr>
                                        <p:cTn id="10" dur="2000" fill="hold"/>
                                        <p:tgtEl>
                                          <p:spTgt spid="5"/>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00012 -0.02315 L 0.00012 -0.02315 C -0.00236 -0.02745 -0.01067 -0.03753 -0.01191 -0.0463 C -0.0124 -0.0501 -0.0124 -0.05407 -0.0129 -0.05787 C -0.01426 -0.06796 -0.016 -0.07804 -0.01724 -0.08813 C -0.0186 -0.09854 -0.01711 -0.09441 -0.02046 -0.10119 C -0.02121 -0.10549 -0.01959 -0.11243 -0.02269 -0.11409 C -0.02431 -0.11508 -0.04898 -0.11194 -0.05407 -0.11128 C -0.07391 -0.11177 -0.09375 -0.11144 -0.11359 -0.11276 C -0.11582 -0.11276 -0.11818 -0.11392 -0.12004 -0.11557 C -0.12326 -0.11839 -0.12401 -0.1245 -0.1255 -0.12864 C -0.12612 -0.13012 -0.12699 -0.13145 -0.12761 -0.13294 C -0.12661 -0.14104 -0.12587 -0.1493 -0.12438 -0.15741 C -0.12277 -0.1665 -0.12351 -0.16121 -0.12227 -0.17328 C -0.12339 -0.18386 -0.12364 -0.19461 -0.1255 -0.20503 C -0.12624 -0.20883 -0.12847 -0.2118 -0.12984 -0.21511 C -0.13058 -0.2171 -0.13046 -0.22024 -0.13195 -0.2209 C -0.13604 -0.22288 -0.14063 -0.22206 -0.14497 -0.22239 L -0.18725 -0.2252 C -0.20077 -0.23628 -0.20573 -0.23909 -0.21639 -0.25116 C -0.22074 -0.25612 -0.22334 -0.26174 -0.2283 -0.26571 C -0.23028 -0.2672 -0.23276 -0.26736 -0.23487 -0.26852 C -0.23599 -0.26918 -0.23686 -0.271 -0.2381 -0.27149 C -0.24355 -0.27331 -0.24975 -0.27282 -0.25533 -0.27282 " pathEditMode="relative" ptsTypes="AAAAAAAAAAAAAAAAAAAAAAAA">
                                      <p:cBhvr>
                                        <p:cTn id="14" dur="2000" fill="hold"/>
                                        <p:tgtEl>
                                          <p:spTgt spid="63"/>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00496 -0.02745 L 0.00496 -0.02745 C 0.00286 -0.08003 0.0041 -0.07094 0.00062 -0.10979 C -0.00037 -0.12054 -0.00099 -0.12269 -0.00272 -0.13426 C -0.00297 -0.13674 -0.0031 -0.13922 -0.00372 -0.14154 C -0.00446 -0.14385 -0.00533 -0.14633 -0.00595 -0.14881 C -0.00644 -0.15063 -0.00694 -0.15443 -0.00694 -0.15443 " pathEditMode="relative" ptsTypes="AAAAAAA">
                                      <p:cBhvr>
                                        <p:cTn id="18" dur="2000" fill="hold"/>
                                        <p:tgtEl>
                                          <p:spTgt spid="4"/>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nodeType="clickEffect">
                                  <p:stCondLst>
                                    <p:cond delay="0"/>
                                  </p:stCondLst>
                                  <p:childTnLst>
                                    <p:animMotion origin="layout" path="M 0.0005 -0.02249 L 0.0005 -0.02249 C 0.00013 -0.03604 -0.00012 -0.04944 -0.00062 -0.06299 C -0.00136 -0.08713 -0.0026 -0.09524 -0.00062 -0.11772 C -0.00012 -0.12219 0.00087 -0.12649 0.00162 -0.13079 C 0.00199 -0.13327 0.00224 -0.13558 0.00273 -0.13806 C 0.00335 -0.14219 0.00397 -0.146 0.00596 -0.14947 C 0.0072 -0.15178 0.00881 -0.15344 0.0103 -0.15526 C 0.01067 -0.15674 0.01092 -0.15823 0.01141 -0.15972 C 0.01203 -0.1617 0.01364 -0.16534 0.01364 -0.16534 " pathEditMode="relative" ptsTypes="AAAAAAAAAA">
                                      <p:cBhvr>
                                        <p:cTn id="22" dur="2000" fill="hold"/>
                                        <p:tgtEl>
                                          <p:spTgt spid="59"/>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3"/>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5"/>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4"/>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59"/>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nodeType="clickEffect">
                                  <p:stCondLst>
                                    <p:cond delay="0"/>
                                  </p:stCondLst>
                                  <p:childTnLst>
                                    <p:animMotion origin="layout" path="M 2.89683E-6 -4.7619E-6 L -0.06672 0.00364 " pathEditMode="relative" rAng="0" ptsTypes="AA">
                                      <p:cBhvr>
                                        <p:cTn id="38" dur="2000" fill="hold"/>
                                        <p:tgtEl>
                                          <p:spTgt spid="8"/>
                                        </p:tgtEl>
                                        <p:attrNameLst>
                                          <p:attrName>ppt_x</p:attrName>
                                          <p:attrName>ppt_y</p:attrName>
                                        </p:attrNameLst>
                                      </p:cBhvr>
                                      <p:rCtr x="-3336" y="182"/>
                                    </p:animMotion>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42" presetClass="path" presetSubtype="0" accel="50000" decel="50000" fill="hold" nodeType="clickEffect">
                                  <p:stCondLst>
                                    <p:cond delay="0"/>
                                  </p:stCondLst>
                                  <p:childTnLst>
                                    <p:animMotion origin="layout" path="M -4.24603E-6 -4.7619E-7 L -0.06795 -0.00513 " pathEditMode="relative" rAng="0" ptsTypes="AA">
                                      <p:cBhvr>
                                        <p:cTn id="50" dur="2000" fill="hold"/>
                                        <p:tgtEl>
                                          <p:spTgt spid="10"/>
                                        </p:tgtEl>
                                        <p:attrNameLst>
                                          <p:attrName>ppt_x</p:attrName>
                                          <p:attrName>ppt_y</p:attrName>
                                        </p:attrNameLst>
                                      </p:cBhvr>
                                      <p:rCtr x="-3398" y="-265"/>
                                    </p:animMotion>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0"/>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180EF-B174-195D-B830-5258A4EA9723}"/>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E1AF8408-D9CA-18A4-E488-AD7EB145869E}"/>
              </a:ext>
            </a:extLst>
          </p:cNvPr>
          <p:cNvSpPr txBox="1">
            <a:spLocks/>
          </p:cNvSpPr>
          <p:nvPr/>
        </p:nvSpPr>
        <p:spPr>
          <a:xfrm>
            <a:off x="59516" y="73059"/>
            <a:ext cx="12682567" cy="756379"/>
          </a:xfrm>
          <a:prstGeom prst="rect">
            <a:avLst/>
          </a:prstGeom>
        </p:spPr>
        <p:txBody>
          <a:bodyPr vert="horz" lIns="36000" tIns="36000" rIns="0" bIns="0" rtlCol="0" anchor="t" anchorCtr="0">
            <a:noAutofit/>
          </a:bodyPr>
          <a:lstStyle>
            <a:lvl1pPr algn="l" defTabSz="1152144" rtl="0" eaLnBrk="1" latinLnBrk="0" hangingPunct="1">
              <a:spcBef>
                <a:spcPct val="0"/>
              </a:spcBef>
              <a:buNone/>
              <a:defRPr sz="4032" kern="1200">
                <a:solidFill>
                  <a:schemeClr val="tx1"/>
                </a:solidFill>
                <a:latin typeface="Times New Roman" panose="02020603050405020304" pitchFamily="18" charset="0"/>
                <a:ea typeface="+mj-ea"/>
                <a:cs typeface="Times New Roman" panose="02020603050405020304" pitchFamily="18" charset="0"/>
              </a:defRPr>
            </a:lvl1pPr>
          </a:lstStyle>
          <a:p>
            <a:r>
              <a:rPr lang="fr-FR" dirty="0"/>
              <a:t>Process Complexe: Injection Facture </a:t>
            </a:r>
            <a:r>
              <a:rPr lang="fr-FR" dirty="0" err="1"/>
              <a:t>hospi</a:t>
            </a:r>
            <a:r>
              <a:rPr lang="fr-FR" dirty="0"/>
              <a:t> dans Bratislava</a:t>
            </a:r>
          </a:p>
        </p:txBody>
      </p:sp>
      <p:pic>
        <p:nvPicPr>
          <p:cNvPr id="15" name="Graphique 14">
            <a:extLst>
              <a:ext uri="{FF2B5EF4-FFF2-40B4-BE49-F238E27FC236}">
                <a16:creationId xmlns:a16="http://schemas.microsoft.com/office/drawing/2014/main" id="{DC07DC68-2003-EAF0-C976-CAE481A170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1493" y="1678349"/>
            <a:ext cx="11002357" cy="5718030"/>
          </a:xfrm>
          <a:prstGeom prst="rect">
            <a:avLst/>
          </a:prstGeom>
        </p:spPr>
      </p:pic>
      <p:pic>
        <p:nvPicPr>
          <p:cNvPr id="48" name="Image 47">
            <a:extLst>
              <a:ext uri="{FF2B5EF4-FFF2-40B4-BE49-F238E27FC236}">
                <a16:creationId xmlns:a16="http://schemas.microsoft.com/office/drawing/2014/main" id="{FCB033A6-5DE7-A09C-3C22-420C334CE72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466219" y="1539061"/>
            <a:ext cx="629226" cy="586128"/>
          </a:xfrm>
          <a:prstGeom prst="rect">
            <a:avLst/>
          </a:prstGeom>
        </p:spPr>
      </p:pic>
      <p:pic>
        <p:nvPicPr>
          <p:cNvPr id="50" name="Image 49">
            <a:extLst>
              <a:ext uri="{FF2B5EF4-FFF2-40B4-BE49-F238E27FC236}">
                <a16:creationId xmlns:a16="http://schemas.microsoft.com/office/drawing/2014/main" id="{DA89D36F-F2D8-75CC-9520-8DB100360ADF}"/>
              </a:ext>
            </a:extLst>
          </p:cNvPr>
          <p:cNvPicPr>
            <a:picLocks noChangeAspect="1"/>
          </p:cNvPicPr>
          <p:nvPr/>
        </p:nvPicPr>
        <p:blipFill>
          <a:blip r:embed="rId5"/>
          <a:stretch>
            <a:fillRect/>
          </a:stretch>
        </p:blipFill>
        <p:spPr>
          <a:xfrm>
            <a:off x="5726720" y="1701857"/>
            <a:ext cx="632515" cy="502964"/>
          </a:xfrm>
          <a:prstGeom prst="rect">
            <a:avLst/>
          </a:prstGeom>
        </p:spPr>
      </p:pic>
      <p:pic>
        <p:nvPicPr>
          <p:cNvPr id="52" name="Image 51">
            <a:extLst>
              <a:ext uri="{FF2B5EF4-FFF2-40B4-BE49-F238E27FC236}">
                <a16:creationId xmlns:a16="http://schemas.microsoft.com/office/drawing/2014/main" id="{F3A8C085-87D3-EFBD-2C69-07B0ADC35BE0}"/>
              </a:ext>
            </a:extLst>
          </p:cNvPr>
          <p:cNvPicPr>
            <a:picLocks noChangeAspect="1"/>
          </p:cNvPicPr>
          <p:nvPr/>
        </p:nvPicPr>
        <p:blipFill>
          <a:blip r:embed="rId6"/>
          <a:stretch>
            <a:fillRect/>
          </a:stretch>
        </p:blipFill>
        <p:spPr>
          <a:xfrm>
            <a:off x="5726720" y="2512665"/>
            <a:ext cx="853514" cy="541067"/>
          </a:xfrm>
          <a:prstGeom prst="rect">
            <a:avLst/>
          </a:prstGeom>
        </p:spPr>
      </p:pic>
      <p:pic>
        <p:nvPicPr>
          <p:cNvPr id="56" name="Image 55">
            <a:extLst>
              <a:ext uri="{FF2B5EF4-FFF2-40B4-BE49-F238E27FC236}">
                <a16:creationId xmlns:a16="http://schemas.microsoft.com/office/drawing/2014/main" id="{E1A424B3-CDDC-EDCB-C9F0-1ABB24A17DCE}"/>
              </a:ext>
            </a:extLst>
          </p:cNvPr>
          <p:cNvPicPr>
            <a:picLocks noChangeAspect="1"/>
          </p:cNvPicPr>
          <p:nvPr/>
        </p:nvPicPr>
        <p:blipFill>
          <a:blip r:embed="rId5"/>
          <a:stretch>
            <a:fillRect/>
          </a:stretch>
        </p:blipFill>
        <p:spPr>
          <a:xfrm>
            <a:off x="8740285" y="1820219"/>
            <a:ext cx="632515" cy="502964"/>
          </a:xfrm>
          <a:prstGeom prst="rect">
            <a:avLst/>
          </a:prstGeom>
        </p:spPr>
      </p:pic>
      <p:pic>
        <p:nvPicPr>
          <p:cNvPr id="58" name="Image 57">
            <a:extLst>
              <a:ext uri="{FF2B5EF4-FFF2-40B4-BE49-F238E27FC236}">
                <a16:creationId xmlns:a16="http://schemas.microsoft.com/office/drawing/2014/main" id="{BB09833F-37D9-5799-7DF8-25B99FB0383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643926" y="2550618"/>
            <a:ext cx="428956" cy="594412"/>
          </a:xfrm>
          <a:prstGeom prst="rect">
            <a:avLst/>
          </a:prstGeom>
        </p:spPr>
      </p:pic>
      <p:pic>
        <p:nvPicPr>
          <p:cNvPr id="59" name="Image 58">
            <a:extLst>
              <a:ext uri="{FF2B5EF4-FFF2-40B4-BE49-F238E27FC236}">
                <a16:creationId xmlns:a16="http://schemas.microsoft.com/office/drawing/2014/main" id="{A664F00D-1890-A49E-83B0-5E7FF86393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597694" y="4590332"/>
            <a:ext cx="428956" cy="594412"/>
          </a:xfrm>
          <a:prstGeom prst="rect">
            <a:avLst/>
          </a:prstGeom>
        </p:spPr>
      </p:pic>
      <p:pic>
        <p:nvPicPr>
          <p:cNvPr id="63" name="Image 62">
            <a:extLst>
              <a:ext uri="{FF2B5EF4-FFF2-40B4-BE49-F238E27FC236}">
                <a16:creationId xmlns:a16="http://schemas.microsoft.com/office/drawing/2014/main" id="{AE3481CD-BD5E-EFC0-3EC3-27CAAE2E1E24}"/>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8882627" y="3993942"/>
            <a:ext cx="564375" cy="540528"/>
          </a:xfrm>
          <a:prstGeom prst="rect">
            <a:avLst/>
          </a:prstGeom>
        </p:spPr>
      </p:pic>
      <p:pic>
        <p:nvPicPr>
          <p:cNvPr id="4" name="Image 3">
            <a:extLst>
              <a:ext uri="{FF2B5EF4-FFF2-40B4-BE49-F238E27FC236}">
                <a16:creationId xmlns:a16="http://schemas.microsoft.com/office/drawing/2014/main" id="{FADB28FF-2D84-C382-FAEF-825423D5D1B2}"/>
              </a:ext>
            </a:extLst>
          </p:cNvPr>
          <p:cNvPicPr>
            <a:picLocks noChangeAspect="1"/>
          </p:cNvPicPr>
          <p:nvPr/>
        </p:nvPicPr>
        <p:blipFill>
          <a:blip r:embed="rId9"/>
          <a:stretch>
            <a:fillRect/>
          </a:stretch>
        </p:blipFill>
        <p:spPr>
          <a:xfrm>
            <a:off x="8549767" y="5895191"/>
            <a:ext cx="617273" cy="594412"/>
          </a:xfrm>
          <a:prstGeom prst="rect">
            <a:avLst/>
          </a:prstGeom>
        </p:spPr>
      </p:pic>
      <p:pic>
        <p:nvPicPr>
          <p:cNvPr id="5" name="Image 4">
            <a:extLst>
              <a:ext uri="{FF2B5EF4-FFF2-40B4-BE49-F238E27FC236}">
                <a16:creationId xmlns:a16="http://schemas.microsoft.com/office/drawing/2014/main" id="{4A5054A2-1348-AA8A-C615-94D5BE532FCB}"/>
              </a:ext>
            </a:extLst>
          </p:cNvPr>
          <p:cNvPicPr>
            <a:picLocks noChangeAspect="1"/>
          </p:cNvPicPr>
          <p:nvPr/>
        </p:nvPicPr>
        <p:blipFill>
          <a:blip r:embed="rId10"/>
          <a:stretch>
            <a:fillRect/>
          </a:stretch>
        </p:blipFill>
        <p:spPr>
          <a:xfrm>
            <a:off x="10624507" y="6280002"/>
            <a:ext cx="358171" cy="464860"/>
          </a:xfrm>
          <a:prstGeom prst="rect">
            <a:avLst/>
          </a:prstGeom>
        </p:spPr>
      </p:pic>
      <p:pic>
        <p:nvPicPr>
          <p:cNvPr id="2" name="Image 1">
            <a:extLst>
              <a:ext uri="{FF2B5EF4-FFF2-40B4-BE49-F238E27FC236}">
                <a16:creationId xmlns:a16="http://schemas.microsoft.com/office/drawing/2014/main" id="{8D2576EF-75B8-046B-72D1-21A631AA4DA4}"/>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7579967" y="5918020"/>
            <a:ext cx="482134" cy="594412"/>
          </a:xfrm>
          <a:prstGeom prst="rect">
            <a:avLst/>
          </a:prstGeom>
        </p:spPr>
      </p:pic>
      <p:pic>
        <p:nvPicPr>
          <p:cNvPr id="3" name="Image 2">
            <a:extLst>
              <a:ext uri="{FF2B5EF4-FFF2-40B4-BE49-F238E27FC236}">
                <a16:creationId xmlns:a16="http://schemas.microsoft.com/office/drawing/2014/main" id="{913F6B5A-A96A-2E39-2F80-5D23DB7EE0FF}"/>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11254474" y="6280002"/>
            <a:ext cx="267454" cy="464860"/>
          </a:xfrm>
          <a:prstGeom prst="rect">
            <a:avLst/>
          </a:prstGeom>
        </p:spPr>
      </p:pic>
    </p:spTree>
    <p:extLst>
      <p:ext uri="{BB962C8B-B14F-4D97-AF65-F5344CB8AC3E}">
        <p14:creationId xmlns:p14="http://schemas.microsoft.com/office/powerpoint/2010/main" val="2970029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path" presetSubtype="0" accel="50000" decel="50000" fill="hold" nodeType="clickEffect">
                                  <p:stCondLst>
                                    <p:cond delay="0"/>
                                  </p:stCondLst>
                                  <p:childTnLst>
                                    <p:animMotion origin="layout" path="M 3.09524E-6 3.12169E-6 L 0.11173 3.12169E-6 C 0.16158 3.12169E-6 0.22346 0.02761 0.22346 0.05142 L 0.22346 0.10449 " pathEditMode="relative" rAng="0" ptsTypes="AAAA">
                                      <p:cBhvr>
                                        <p:cTn id="6" dur="2000" fill="hold"/>
                                        <p:tgtEl>
                                          <p:spTgt spid="48"/>
                                        </p:tgtEl>
                                        <p:attrNameLst>
                                          <p:attrName>ppt_x</p:attrName>
                                          <p:attrName>ppt_y</p:attrName>
                                        </p:attrNameLst>
                                      </p:cBhvr>
                                      <p:rCtr x="11173" y="5225"/>
                                    </p:animMotion>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nodeType="clickEffect">
                                  <p:stCondLst>
                                    <p:cond delay="0"/>
                                  </p:stCondLst>
                                  <p:childTnLst>
                                    <p:animMotion origin="layout" path="M -4.20635E-6 -3.01587E-6 L 0.15253 -0.0043 " pathEditMode="relative" rAng="0" ptsTypes="AA">
                                      <p:cBhvr>
                                        <p:cTn id="20" dur="2000" fill="hold"/>
                                        <p:tgtEl>
                                          <p:spTgt spid="50"/>
                                        </p:tgtEl>
                                        <p:attrNameLst>
                                          <p:attrName>ppt_x</p:attrName>
                                          <p:attrName>ppt_y</p:attrName>
                                        </p:attrNameLst>
                                      </p:cBhvr>
                                      <p:rCtr x="7626" y="-215"/>
                                    </p:animMotion>
                                  </p:childTnLst>
                                </p:cTn>
                              </p:par>
                              <p:par>
                                <p:cTn id="21" presetID="42" presetClass="path" presetSubtype="0" accel="50000" decel="50000" fill="hold" nodeType="withEffect">
                                  <p:stCondLst>
                                    <p:cond delay="0"/>
                                  </p:stCondLst>
                                  <p:childTnLst>
                                    <p:animMotion origin="layout" path="M -4.7619E-6 2.1164E-6 L 0.13406 0.00446 " pathEditMode="relative" rAng="0" ptsTypes="AA">
                                      <p:cBhvr>
                                        <p:cTn id="22" dur="2000" fill="hold"/>
                                        <p:tgtEl>
                                          <p:spTgt spid="52"/>
                                        </p:tgtEl>
                                        <p:attrNameLst>
                                          <p:attrName>ppt_x</p:attrName>
                                          <p:attrName>ppt_y</p:attrName>
                                        </p:attrNameLst>
                                      </p:cBhvr>
                                      <p:rCtr x="6696" y="215"/>
                                    </p:animMotion>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50"/>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52"/>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nodeType="clickEffect">
                                  <p:stCondLst>
                                    <p:cond delay="0"/>
                                  </p:stCondLst>
                                  <p:childTnLst>
                                    <p:animMotion origin="layout" path="M 4.72222E-6 -3.80952E-6 L 0.12698 -0.02612 " pathEditMode="relative" rAng="0" ptsTypes="AA">
                                      <p:cBhvr>
                                        <p:cTn id="38" dur="2000" fill="hold"/>
                                        <p:tgtEl>
                                          <p:spTgt spid="56"/>
                                        </p:tgtEl>
                                        <p:attrNameLst>
                                          <p:attrName>ppt_x</p:attrName>
                                          <p:attrName>ppt_y</p:attrName>
                                        </p:attrNameLst>
                                      </p:cBhvr>
                                      <p:rCtr x="6349" y="-1306"/>
                                    </p:animMotion>
                                  </p:childTnLst>
                                </p:cTn>
                              </p:par>
                              <p:par>
                                <p:cTn id="39" presetID="42" presetClass="path" presetSubtype="0" accel="50000" decel="50000" fill="hold" nodeType="withEffect">
                                  <p:stCondLst>
                                    <p:cond delay="0"/>
                                  </p:stCondLst>
                                  <p:childTnLst>
                                    <p:animMotion origin="layout" path="M -4.28571E-6 3.01587E-6 L 0.00286 0.11326 " pathEditMode="relative" rAng="0" ptsTypes="AA">
                                      <p:cBhvr>
                                        <p:cTn id="40" dur="2000" fill="hold"/>
                                        <p:tgtEl>
                                          <p:spTgt spid="58"/>
                                        </p:tgtEl>
                                        <p:attrNameLst>
                                          <p:attrName>ppt_x</p:attrName>
                                          <p:attrName>ppt_y</p:attrName>
                                        </p:attrNameLst>
                                      </p:cBhvr>
                                      <p:rCtr x="136" y="5655"/>
                                    </p:animMotion>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56"/>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58"/>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5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63"/>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6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0" presetClass="path" presetSubtype="0" accel="50000" decel="50000" fill="hold" nodeType="clickEffect">
                                  <p:stCondLst>
                                    <p:cond delay="0"/>
                                  </p:stCondLst>
                                  <p:childTnLst>
                                    <p:animMotion origin="layout" path="M 0.00322 -0.00264 L 0.00322 -0.00264 C 0.00136 0.00166 -0.00037 0.00596 -0.00223 0.01026 C -0.00285 0.01174 -0.00385 0.01307 -0.00447 0.01455 C -0.00533 0.01687 -0.00496 0.02051 -0.00657 0.02183 C -0.01116 0.02563 -0.01662 0.02679 -0.0217 0.0291 C -0.02852 0.03192 -0.03113 0.03208 -0.03795 0.0334 C -0.03596 0.05539 -0.03782 0.0339 -0.03584 0.06085 C -0.03547 0.06515 -0.0351 0.06945 -0.03472 0.07375 C -0.03224 0.10781 -0.0351 0.09524 -0.0315 0.10979 C -0.03262 0.12864 -0.03373 0.14733 -0.03472 0.16617 C -0.03522 0.17527 -0.03534 0.18436 -0.03584 0.19346 C -0.03609 0.19792 -0.03621 0.20222 -0.03696 0.20652 C -0.03807 0.2133 -0.04117 0.21975 -0.04117 0.22669 L -0.04117 0.23545 " pathEditMode="relative" ptsTypes="AAAAAAAAAAAAAAA">
                                      <p:cBhvr>
                                        <p:cTn id="62" dur="2000" fill="hold"/>
                                        <p:tgtEl>
                                          <p:spTgt spid="59"/>
                                        </p:tgtEl>
                                        <p:attrNameLst>
                                          <p:attrName>ppt_x</p:attrName>
                                          <p:attrName>ppt_y</p:attrName>
                                        </p:attrNameLst>
                                      </p:cBhvr>
                                    </p:animMotion>
                                  </p:childTnLst>
                                </p:cTn>
                              </p:par>
                            </p:childTnLst>
                          </p:cTn>
                        </p:par>
                      </p:childTnLst>
                    </p:cTn>
                  </p:par>
                  <p:par>
                    <p:cTn id="63" fill="hold">
                      <p:stCondLst>
                        <p:cond delay="indefinite"/>
                      </p:stCondLst>
                      <p:childTnLst>
                        <p:par>
                          <p:cTn id="64" fill="hold">
                            <p:stCondLst>
                              <p:cond delay="0"/>
                            </p:stCondLst>
                            <p:childTnLst>
                              <p:par>
                                <p:cTn id="65" presetID="0" presetClass="path" presetSubtype="0" accel="50000" decel="50000" fill="hold" nodeType="clickEffect">
                                  <p:stCondLst>
                                    <p:cond delay="0"/>
                                  </p:stCondLst>
                                  <p:childTnLst>
                                    <p:animMotion origin="layout" path="M 0.00161 0.00761 L 0.00161 0.00761 C 0.01128 0.00992 0.02096 0.01274 0.03075 0.01472 C 0.03472 0.01555 0.03869 0.01555 0.04266 0.01621 C 0.05146 0.01736 0.04923 0.01687 0.05568 0.01902 C 0.05741 0.04547 0.05741 0.02464 0.05345 0.05076 C 0.05084 0.06862 0.05518 0.05887 0.0491 0.06961 C 0.04973 0.07788 0.04973 0.10219 0.05456 0.11293 C 0.05617 0.11641 0.05828 0.11971 0.06101 0.12153 C 0.06473 0.12385 0.06895 0.12352 0.07291 0.12434 C 0.07663 0.12352 0.08023 0.12269 0.08383 0.12153 C 0.10987 0.11326 0.08606 0.11971 0.10106 0.11574 C 0.10615 0.11674 0.11123 0.11723 0.11619 0.11872 C 0.11818 0.11922 0.12029 0.11971 0.12165 0.12153 C 0.12376 0.12434 0.12438 0.12848 0.12599 0.13162 C 0.12686 0.13327 0.12822 0.13443 0.12921 0.13592 C 0.13008 0.13724 0.13033 0.13922 0.13145 0.14022 C 0.13455 0.14352 0.14186 0.14782 0.14546 0.15047 C 0.15699 0.15857 0.14893 0.15394 0.15848 0.15906 C 0.16022 0.16138 0.16183 0.16419 0.16381 0.16634 C 0.17274 0.17543 0.16394 0.16154 0.1715 0.17494 C 0.17076 0.18651 0.17063 0.19809 0.16927 0.20949 C 0.16604 0.23562 0.16332 0.24389 0.15736 0.26588 C 0.15699 0.27249 0.15625 0.27927 0.15625 0.28605 C 0.15625 0.29895 0.15736 0.31201 0.15736 0.32507 " pathEditMode="relative" ptsTypes="AAAAAAAAAAAAAAAAAAAAAAAAA">
                                      <p:cBhvr>
                                        <p:cTn id="66" dur="2000" fill="hold"/>
                                        <p:tgtEl>
                                          <p:spTgt spid="6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B2E48-8779-E5AD-B7C0-F1825BEA130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29467BF-5668-C449-0454-E7AA3AB9B604}"/>
              </a:ext>
            </a:extLst>
          </p:cNvPr>
          <p:cNvSpPr>
            <a:spLocks noGrp="1"/>
          </p:cNvSpPr>
          <p:nvPr>
            <p:ph type="title"/>
          </p:nvPr>
        </p:nvSpPr>
        <p:spPr>
          <a:xfrm>
            <a:off x="351157" y="203609"/>
            <a:ext cx="10081260" cy="1001736"/>
          </a:xfrm>
        </p:spPr>
        <p:txBody>
          <a:bodyPr/>
          <a:lstStyle/>
          <a:p>
            <a:r>
              <a:rPr lang="fr-FR" dirty="0"/>
              <a:t>Process Complexe: Instance dans </a:t>
            </a:r>
            <a:r>
              <a:rPr lang="fr-FR" dirty="0" err="1"/>
              <a:t>Camunda</a:t>
            </a:r>
            <a:endParaRPr lang="fr-FR" dirty="0"/>
          </a:p>
        </p:txBody>
      </p:sp>
      <p:sp>
        <p:nvSpPr>
          <p:cNvPr id="4" name="Espace réservé du numéro de diapositive 3">
            <a:extLst>
              <a:ext uri="{FF2B5EF4-FFF2-40B4-BE49-F238E27FC236}">
                <a16:creationId xmlns:a16="http://schemas.microsoft.com/office/drawing/2014/main" id="{29061700-2543-59D3-AA77-75CA1781B034}"/>
              </a:ext>
            </a:extLst>
          </p:cNvPr>
          <p:cNvSpPr>
            <a:spLocks noGrp="1"/>
          </p:cNvSpPr>
          <p:nvPr>
            <p:ph type="sldNum" sz="quarter" idx="14"/>
          </p:nvPr>
        </p:nvSpPr>
        <p:spPr/>
        <p:txBody>
          <a:bodyPr/>
          <a:lstStyle/>
          <a:p>
            <a:fld id="{6171D845-F8B3-4BB2-8773-5DDC88305775}" type="slidenum">
              <a:rPr lang="fr-FR" smtClean="0"/>
              <a:t>11</a:t>
            </a:fld>
            <a:endParaRPr lang="fr-FR"/>
          </a:p>
        </p:txBody>
      </p:sp>
      <p:pic>
        <p:nvPicPr>
          <p:cNvPr id="6" name="Image 5">
            <a:extLst>
              <a:ext uri="{FF2B5EF4-FFF2-40B4-BE49-F238E27FC236}">
                <a16:creationId xmlns:a16="http://schemas.microsoft.com/office/drawing/2014/main" id="{19ED233F-BD9C-0B69-F85B-0301146CB409}"/>
              </a:ext>
            </a:extLst>
          </p:cNvPr>
          <p:cNvPicPr>
            <a:picLocks noChangeAspect="1"/>
          </p:cNvPicPr>
          <p:nvPr/>
        </p:nvPicPr>
        <p:blipFill>
          <a:blip r:embed="rId2"/>
          <a:stretch>
            <a:fillRect/>
          </a:stretch>
        </p:blipFill>
        <p:spPr>
          <a:xfrm>
            <a:off x="0" y="1852819"/>
            <a:ext cx="12801600" cy="5895562"/>
          </a:xfrm>
          <a:prstGeom prst="rect">
            <a:avLst/>
          </a:prstGeom>
        </p:spPr>
      </p:pic>
    </p:spTree>
    <p:extLst>
      <p:ext uri="{BB962C8B-B14F-4D97-AF65-F5344CB8AC3E}">
        <p14:creationId xmlns:p14="http://schemas.microsoft.com/office/powerpoint/2010/main" val="1035708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5A2B9-9B6F-7E91-8771-D1DE9FAA654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8C8BBD1-AEB7-C599-F452-531D440C7D63}"/>
              </a:ext>
            </a:extLst>
          </p:cNvPr>
          <p:cNvSpPr>
            <a:spLocks noGrp="1"/>
          </p:cNvSpPr>
          <p:nvPr>
            <p:ph type="title"/>
          </p:nvPr>
        </p:nvSpPr>
        <p:spPr>
          <a:xfrm>
            <a:off x="351157" y="203609"/>
            <a:ext cx="10081260" cy="1001736"/>
          </a:xfrm>
        </p:spPr>
        <p:txBody>
          <a:bodyPr/>
          <a:lstStyle/>
          <a:p>
            <a:r>
              <a:rPr lang="fr-FR" dirty="0"/>
              <a:t>Process complexe: Instance dans Base Contexte</a:t>
            </a:r>
          </a:p>
        </p:txBody>
      </p:sp>
      <p:sp>
        <p:nvSpPr>
          <p:cNvPr id="4" name="Espace réservé du numéro de diapositive 3">
            <a:extLst>
              <a:ext uri="{FF2B5EF4-FFF2-40B4-BE49-F238E27FC236}">
                <a16:creationId xmlns:a16="http://schemas.microsoft.com/office/drawing/2014/main" id="{D7E2C03A-7916-3E3F-2F00-52659652A395}"/>
              </a:ext>
            </a:extLst>
          </p:cNvPr>
          <p:cNvSpPr>
            <a:spLocks noGrp="1"/>
          </p:cNvSpPr>
          <p:nvPr>
            <p:ph type="sldNum" sz="quarter" idx="14"/>
          </p:nvPr>
        </p:nvSpPr>
        <p:spPr/>
        <p:txBody>
          <a:bodyPr/>
          <a:lstStyle/>
          <a:p>
            <a:fld id="{6171D845-F8B3-4BB2-8773-5DDC88305775}" type="slidenum">
              <a:rPr lang="fr-FR" smtClean="0"/>
              <a:t>12</a:t>
            </a:fld>
            <a:endParaRPr lang="fr-FR"/>
          </a:p>
        </p:txBody>
      </p:sp>
      <p:pic>
        <p:nvPicPr>
          <p:cNvPr id="5" name="Image 4">
            <a:extLst>
              <a:ext uri="{FF2B5EF4-FFF2-40B4-BE49-F238E27FC236}">
                <a16:creationId xmlns:a16="http://schemas.microsoft.com/office/drawing/2014/main" id="{8C73DA62-4BF2-8C26-DE4A-52FF31997750}"/>
              </a:ext>
            </a:extLst>
          </p:cNvPr>
          <p:cNvPicPr>
            <a:picLocks noChangeAspect="1"/>
          </p:cNvPicPr>
          <p:nvPr/>
        </p:nvPicPr>
        <p:blipFill>
          <a:blip r:embed="rId2"/>
          <a:stretch>
            <a:fillRect/>
          </a:stretch>
        </p:blipFill>
        <p:spPr>
          <a:xfrm>
            <a:off x="0" y="1406641"/>
            <a:ext cx="12801600" cy="6787918"/>
          </a:xfrm>
          <a:prstGeom prst="rect">
            <a:avLst/>
          </a:prstGeom>
        </p:spPr>
      </p:pic>
    </p:spTree>
    <p:extLst>
      <p:ext uri="{BB962C8B-B14F-4D97-AF65-F5344CB8AC3E}">
        <p14:creationId xmlns:p14="http://schemas.microsoft.com/office/powerpoint/2010/main" val="1207681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9B096-DFD0-C338-0586-5F691DD7C7A7}"/>
            </a:ext>
          </a:extLst>
        </p:cNvPr>
        <p:cNvGrpSpPr/>
        <p:nvPr/>
      </p:nvGrpSpPr>
      <p:grpSpPr>
        <a:xfrm>
          <a:off x="0" y="0"/>
          <a:ext cx="0" cy="0"/>
          <a:chOff x="0" y="0"/>
          <a:chExt cx="0" cy="0"/>
        </a:xfrm>
      </p:grpSpPr>
      <p:sp>
        <p:nvSpPr>
          <p:cNvPr id="6" name="Titre 1">
            <a:extLst>
              <a:ext uri="{FF2B5EF4-FFF2-40B4-BE49-F238E27FC236}">
                <a16:creationId xmlns:a16="http://schemas.microsoft.com/office/drawing/2014/main" id="{4FA700F6-A317-29CD-C3B0-D9B6BCE9A832}"/>
              </a:ext>
            </a:extLst>
          </p:cNvPr>
          <p:cNvSpPr txBox="1">
            <a:spLocks/>
          </p:cNvSpPr>
          <p:nvPr/>
        </p:nvSpPr>
        <p:spPr>
          <a:xfrm>
            <a:off x="59516" y="73059"/>
            <a:ext cx="12682567" cy="756379"/>
          </a:xfrm>
          <a:prstGeom prst="rect">
            <a:avLst/>
          </a:prstGeom>
        </p:spPr>
        <p:txBody>
          <a:bodyPr vert="horz" lIns="36000" tIns="36000" rIns="0" bIns="0" rtlCol="0" anchor="t" anchorCtr="0">
            <a:noAutofit/>
          </a:bodyPr>
          <a:lstStyle>
            <a:lvl1pPr algn="l" defTabSz="1152144" rtl="0" eaLnBrk="1" latinLnBrk="0" hangingPunct="1">
              <a:spcBef>
                <a:spcPct val="0"/>
              </a:spcBef>
              <a:buNone/>
              <a:defRPr sz="4032" kern="1200">
                <a:solidFill>
                  <a:schemeClr val="tx1"/>
                </a:solidFill>
                <a:latin typeface="Times New Roman" panose="02020603050405020304" pitchFamily="18" charset="0"/>
                <a:ea typeface="+mj-ea"/>
                <a:cs typeface="Times New Roman" panose="02020603050405020304" pitchFamily="18" charset="0"/>
              </a:defRPr>
            </a:lvl1pPr>
          </a:lstStyle>
          <a:p>
            <a:r>
              <a:rPr lang="fr-FR" dirty="0"/>
              <a:t>Recherche dans Portail CRC</a:t>
            </a:r>
          </a:p>
        </p:txBody>
      </p:sp>
      <p:pic>
        <p:nvPicPr>
          <p:cNvPr id="15" name="Graphique 14">
            <a:extLst>
              <a:ext uri="{FF2B5EF4-FFF2-40B4-BE49-F238E27FC236}">
                <a16:creationId xmlns:a16="http://schemas.microsoft.com/office/drawing/2014/main" id="{88DFBFE6-8EC6-E083-7871-EF94316D6AA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1493" y="1678349"/>
            <a:ext cx="11002357" cy="5718030"/>
          </a:xfrm>
          <a:prstGeom prst="rect">
            <a:avLst/>
          </a:prstGeom>
        </p:spPr>
      </p:pic>
      <p:pic>
        <p:nvPicPr>
          <p:cNvPr id="59" name="Image 58">
            <a:extLst>
              <a:ext uri="{FF2B5EF4-FFF2-40B4-BE49-F238E27FC236}">
                <a16:creationId xmlns:a16="http://schemas.microsoft.com/office/drawing/2014/main" id="{0B2E7B42-9924-5BEE-DE69-7ACC6A6F184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579967" y="5918020"/>
            <a:ext cx="482134" cy="594412"/>
          </a:xfrm>
          <a:prstGeom prst="rect">
            <a:avLst/>
          </a:prstGeom>
        </p:spPr>
      </p:pic>
      <p:pic>
        <p:nvPicPr>
          <p:cNvPr id="63" name="Image 62">
            <a:extLst>
              <a:ext uri="{FF2B5EF4-FFF2-40B4-BE49-F238E27FC236}">
                <a16:creationId xmlns:a16="http://schemas.microsoft.com/office/drawing/2014/main" id="{64721BAE-F77A-F6B3-B63B-B3A509F6EAE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254474" y="6280002"/>
            <a:ext cx="267454" cy="464860"/>
          </a:xfrm>
          <a:prstGeom prst="rect">
            <a:avLst/>
          </a:prstGeom>
        </p:spPr>
      </p:pic>
      <p:pic>
        <p:nvPicPr>
          <p:cNvPr id="4" name="Image 3">
            <a:extLst>
              <a:ext uri="{FF2B5EF4-FFF2-40B4-BE49-F238E27FC236}">
                <a16:creationId xmlns:a16="http://schemas.microsoft.com/office/drawing/2014/main" id="{BB8921D6-1168-084D-0385-C1C4CE254B97}"/>
              </a:ext>
            </a:extLst>
          </p:cNvPr>
          <p:cNvPicPr>
            <a:picLocks noChangeAspect="1"/>
          </p:cNvPicPr>
          <p:nvPr/>
        </p:nvPicPr>
        <p:blipFill>
          <a:blip r:embed="rId6"/>
          <a:stretch>
            <a:fillRect/>
          </a:stretch>
        </p:blipFill>
        <p:spPr>
          <a:xfrm>
            <a:off x="8549767" y="5895191"/>
            <a:ext cx="617273" cy="594412"/>
          </a:xfrm>
          <a:prstGeom prst="rect">
            <a:avLst/>
          </a:prstGeom>
        </p:spPr>
      </p:pic>
      <p:pic>
        <p:nvPicPr>
          <p:cNvPr id="5" name="Image 4">
            <a:extLst>
              <a:ext uri="{FF2B5EF4-FFF2-40B4-BE49-F238E27FC236}">
                <a16:creationId xmlns:a16="http://schemas.microsoft.com/office/drawing/2014/main" id="{FF77D456-708B-7A2A-2E79-D5B3928172D5}"/>
              </a:ext>
            </a:extLst>
          </p:cNvPr>
          <p:cNvPicPr>
            <a:picLocks noChangeAspect="1"/>
          </p:cNvPicPr>
          <p:nvPr/>
        </p:nvPicPr>
        <p:blipFill>
          <a:blip r:embed="rId7"/>
          <a:stretch>
            <a:fillRect/>
          </a:stretch>
        </p:blipFill>
        <p:spPr>
          <a:xfrm>
            <a:off x="10624507" y="6280002"/>
            <a:ext cx="358171" cy="464860"/>
          </a:xfrm>
          <a:prstGeom prst="rect">
            <a:avLst/>
          </a:prstGeom>
        </p:spPr>
      </p:pic>
      <p:graphicFrame>
        <p:nvGraphicFramePr>
          <p:cNvPr id="3" name="Diagramme 2">
            <a:extLst>
              <a:ext uri="{FF2B5EF4-FFF2-40B4-BE49-F238E27FC236}">
                <a16:creationId xmlns:a16="http://schemas.microsoft.com/office/drawing/2014/main" id="{240862F2-D66C-9EBF-6A33-2A8D82B90016}"/>
              </a:ext>
            </a:extLst>
          </p:cNvPr>
          <p:cNvGraphicFramePr/>
          <p:nvPr/>
        </p:nvGraphicFramePr>
        <p:xfrm>
          <a:off x="-483052" y="3923067"/>
          <a:ext cx="3628034" cy="214522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2" name="Image 11">
            <a:extLst>
              <a:ext uri="{FF2B5EF4-FFF2-40B4-BE49-F238E27FC236}">
                <a16:creationId xmlns:a16="http://schemas.microsoft.com/office/drawing/2014/main" id="{6CA32DFF-4A7B-DF38-47D2-D389380CF619}"/>
              </a:ext>
            </a:extLst>
          </p:cNvPr>
          <p:cNvPicPr>
            <a:picLocks noChangeAspect="1"/>
          </p:cNvPicPr>
          <p:nvPr/>
        </p:nvPicPr>
        <p:blipFill>
          <a:blip r:embed="rId13"/>
          <a:stretch>
            <a:fillRect/>
          </a:stretch>
        </p:blipFill>
        <p:spPr>
          <a:xfrm>
            <a:off x="3089564" y="4478322"/>
            <a:ext cx="651718" cy="644556"/>
          </a:xfrm>
          <a:prstGeom prst="rect">
            <a:avLst/>
          </a:prstGeom>
        </p:spPr>
      </p:pic>
      <p:pic>
        <p:nvPicPr>
          <p:cNvPr id="2" name="Image 1">
            <a:extLst>
              <a:ext uri="{FF2B5EF4-FFF2-40B4-BE49-F238E27FC236}">
                <a16:creationId xmlns:a16="http://schemas.microsoft.com/office/drawing/2014/main" id="{074FC91F-0218-F66B-0745-25FE78BB0E9A}"/>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8199391" y="5902725"/>
            <a:ext cx="428956" cy="594412"/>
          </a:xfrm>
          <a:prstGeom prst="rect">
            <a:avLst/>
          </a:prstGeom>
        </p:spPr>
      </p:pic>
      <p:pic>
        <p:nvPicPr>
          <p:cNvPr id="7" name="Image 6">
            <a:extLst>
              <a:ext uri="{FF2B5EF4-FFF2-40B4-BE49-F238E27FC236}">
                <a16:creationId xmlns:a16="http://schemas.microsoft.com/office/drawing/2014/main" id="{AF229137-9268-627C-E25B-2EC5636F88CF}"/>
              </a:ext>
            </a:extLst>
          </p:cNvPr>
          <p:cNvPicPr>
            <a:picLocks noChangeAspect="1"/>
          </p:cNvPicPr>
          <p:nvPr/>
        </p:nvPicPr>
        <p:blipFill>
          <a:blip r:embed="rId15">
            <a:extLst>
              <a:ext uri="{28A0092B-C50C-407E-A947-70E740481C1C}">
                <a14:useLocalDpi xmlns:a14="http://schemas.microsoft.com/office/drawing/2010/main" val="0"/>
              </a:ext>
            </a:extLst>
          </a:blip>
          <a:srcRect/>
          <a:stretch/>
        </p:blipFill>
        <p:spPr>
          <a:xfrm>
            <a:off x="10957553" y="7181609"/>
            <a:ext cx="564375" cy="540528"/>
          </a:xfrm>
          <a:prstGeom prst="rect">
            <a:avLst/>
          </a:prstGeom>
        </p:spPr>
      </p:pic>
    </p:spTree>
    <p:extLst>
      <p:ext uri="{BB962C8B-B14F-4D97-AF65-F5344CB8AC3E}">
        <p14:creationId xmlns:p14="http://schemas.microsoft.com/office/powerpoint/2010/main" val="4488030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HAPETYPE" val="FootnoteBox"/>
</p:tagLst>
</file>

<file path=ppt/tags/tag2.xml><?xml version="1.0" encoding="utf-8"?>
<p:tagLst xmlns:a="http://schemas.openxmlformats.org/drawingml/2006/main" xmlns:r="http://schemas.openxmlformats.org/officeDocument/2006/relationships" xmlns:p="http://schemas.openxmlformats.org/presentationml/2006/main">
  <p:tag name="SHAPETYPE" val="AgendaTitleFrame"/>
  <p:tag name="HANDLINGCONTENT" val="True"/>
</p:tagLst>
</file>

<file path=ppt/tags/tag3.xml><?xml version="1.0" encoding="utf-8"?>
<p:tagLst xmlns:a="http://schemas.openxmlformats.org/drawingml/2006/main" xmlns:r="http://schemas.openxmlformats.org/officeDocument/2006/relationships" xmlns:p="http://schemas.openxmlformats.org/presentationml/2006/main">
  <p:tag name="SHAPETYPE" val="Status"/>
</p:tagLst>
</file>

<file path=ppt/tags/tag4.xml><?xml version="1.0" encoding="utf-8"?>
<p:tagLst xmlns:a="http://schemas.openxmlformats.org/drawingml/2006/main" xmlns:r="http://schemas.openxmlformats.org/officeDocument/2006/relationships" xmlns:p="http://schemas.openxmlformats.org/presentationml/2006/main">
  <p:tag name="SHAPETYPE" val="Footer"/>
</p:tagLst>
</file>

<file path=ppt/tags/tag5.xml><?xml version="1.0" encoding="utf-8"?>
<p:tagLst xmlns:a="http://schemas.openxmlformats.org/drawingml/2006/main" xmlns:r="http://schemas.openxmlformats.org/officeDocument/2006/relationships" xmlns:p="http://schemas.openxmlformats.org/presentationml/2006/main">
  <p:tag name="SHAPETYPE" val="Logo"/>
</p:tagLst>
</file>

<file path=ppt/tags/tag6.xml><?xml version="1.0" encoding="utf-8"?>
<p:tagLst xmlns:a="http://schemas.openxmlformats.org/drawingml/2006/main" xmlns:r="http://schemas.openxmlformats.org/officeDocument/2006/relationships" xmlns:p="http://schemas.openxmlformats.org/presentationml/2006/main">
  <p:tag name="ECO" val="SHOW"/>
</p:tagLst>
</file>

<file path=ppt/tags/tag7.xml><?xml version="1.0" encoding="utf-8"?>
<p:tagLst xmlns:a="http://schemas.openxmlformats.org/drawingml/2006/main" xmlns:r="http://schemas.openxmlformats.org/officeDocument/2006/relationships" xmlns:p="http://schemas.openxmlformats.org/presentationml/2006/main">
  <p:tag name="ECO" val="FONT=0,0,0"/>
</p:tagLst>
</file>

<file path=ppt/tags/tag8.xml><?xml version="1.0" encoding="utf-8"?>
<p:tagLst xmlns:a="http://schemas.openxmlformats.org/drawingml/2006/main" xmlns:r="http://schemas.openxmlformats.org/officeDocument/2006/relationships" xmlns:p="http://schemas.openxmlformats.org/presentationml/2006/main">
  <p:tag name="ECO" val="FONT=0,0,0"/>
</p:tagLst>
</file>

<file path=ppt/tags/tag9.xml><?xml version="1.0" encoding="utf-8"?>
<p:tagLst xmlns:a="http://schemas.openxmlformats.org/drawingml/2006/main" xmlns:r="http://schemas.openxmlformats.org/officeDocument/2006/relationships" xmlns:p="http://schemas.openxmlformats.org/presentationml/2006/main">
  <p:tag name="SHAPETYPE" val="Status"/>
</p:tagLst>
</file>

<file path=ppt/tags/tag10.xml><?xml version="1.0" encoding="utf-8"?>
<p:tagLst xmlns:a="http://schemas.openxmlformats.org/drawingml/2006/main" xmlns:r="http://schemas.openxmlformats.org/officeDocument/2006/relationships" xmlns:p="http://schemas.openxmlformats.org/presentationml/2006/main">
  <p:tag name="SHAPETYPE" val="LogoFrame"/>
</p:tagLst>
</file>

<file path=ppt/tags/tag11.xml><?xml version="1.0" encoding="utf-8"?>
<p:tagLst xmlns:a="http://schemas.openxmlformats.org/drawingml/2006/main" xmlns:r="http://schemas.openxmlformats.org/officeDocument/2006/relationships" xmlns:p="http://schemas.openxmlformats.org/presentationml/2006/main">
  <p:tag name="SHAPETYPE" val="Logo"/>
</p:tagLst>
</file>

<file path=ppt/tags/tag12.xml><?xml version="1.0" encoding="utf-8"?>
<p:tagLst xmlns:a="http://schemas.openxmlformats.org/drawingml/2006/main" xmlns:r="http://schemas.openxmlformats.org/officeDocument/2006/relationships" xmlns:p="http://schemas.openxmlformats.org/presentationml/2006/main">
  <p:tag name="ECO" val="Hide"/>
</p:tagLst>
</file>

<file path=ppt/tags/tag13.xml><?xml version="1.0" encoding="utf-8"?>
<p:tagLst xmlns:a="http://schemas.openxmlformats.org/drawingml/2006/main" xmlns:r="http://schemas.openxmlformats.org/officeDocument/2006/relationships" xmlns:p="http://schemas.openxmlformats.org/presentationml/2006/main">
  <p:tag name="SHAPETYPE" val="Status"/>
</p:tagLst>
</file>

<file path=ppt/tags/tag14.xml><?xml version="1.0" encoding="utf-8"?>
<p:tagLst xmlns:a="http://schemas.openxmlformats.org/drawingml/2006/main" xmlns:r="http://schemas.openxmlformats.org/officeDocument/2006/relationships" xmlns:p="http://schemas.openxmlformats.org/presentationml/2006/main">
  <p:tag name="SHAPETYPE" val="LogoFrame"/>
</p:tagLst>
</file>

<file path=ppt/tags/tag15.xml><?xml version="1.0" encoding="utf-8"?>
<p:tagLst xmlns:a="http://schemas.openxmlformats.org/drawingml/2006/main" xmlns:r="http://schemas.openxmlformats.org/officeDocument/2006/relationships" xmlns:p="http://schemas.openxmlformats.org/presentationml/2006/main">
  <p:tag name="SHAPETYPE" val="Logo"/>
</p:tagLst>
</file>

<file path=ppt/tags/tag16.xml><?xml version="1.0" encoding="utf-8"?>
<p:tagLst xmlns:a="http://schemas.openxmlformats.org/drawingml/2006/main" xmlns:r="http://schemas.openxmlformats.org/officeDocument/2006/relationships" xmlns:p="http://schemas.openxmlformats.org/presentationml/2006/main">
  <p:tag name="ECO" val="SHOW"/>
</p:tagLst>
</file>

<file path=ppt/tags/tag17.xml><?xml version="1.0" encoding="utf-8"?>
<p:tagLst xmlns:a="http://schemas.openxmlformats.org/drawingml/2006/main" xmlns:r="http://schemas.openxmlformats.org/officeDocument/2006/relationships" xmlns:p="http://schemas.openxmlformats.org/presentationml/2006/main">
  <p:tag name="ECO" val="FONT=0,0,0"/>
</p:tagLst>
</file>

<file path=ppt/tags/tag18.xml><?xml version="1.0" encoding="utf-8"?>
<p:tagLst xmlns:a="http://schemas.openxmlformats.org/drawingml/2006/main" xmlns:r="http://schemas.openxmlformats.org/officeDocument/2006/relationships" xmlns:p="http://schemas.openxmlformats.org/presentationml/2006/main">
  <p:tag name="SHAPETYPE" val="Status"/>
</p:tagLst>
</file>

<file path=ppt/tags/tag19.xml><?xml version="1.0" encoding="utf-8"?>
<p:tagLst xmlns:a="http://schemas.openxmlformats.org/drawingml/2006/main" xmlns:r="http://schemas.openxmlformats.org/officeDocument/2006/relationships" xmlns:p="http://schemas.openxmlformats.org/presentationml/2006/main">
  <p:tag name="SHAPETYPE" val="Logo"/>
</p:tagLst>
</file>

<file path=ppt/tags/tag20.xml><?xml version="1.0" encoding="utf-8"?>
<p:tagLst xmlns:a="http://schemas.openxmlformats.org/drawingml/2006/main" xmlns:r="http://schemas.openxmlformats.org/officeDocument/2006/relationships" xmlns:p="http://schemas.openxmlformats.org/presentationml/2006/main">
  <p:tag name="ECO" val="Hide"/>
</p:tagLst>
</file>

<file path=ppt/tags/tag21.xml><?xml version="1.0" encoding="utf-8"?>
<p:tagLst xmlns:a="http://schemas.openxmlformats.org/drawingml/2006/main" xmlns:r="http://schemas.openxmlformats.org/officeDocument/2006/relationships" xmlns:p="http://schemas.openxmlformats.org/presentationml/2006/main">
  <p:tag name="ECO" val="SHOW"/>
</p:tagLst>
</file>

<file path=ppt/tags/tag22.xml><?xml version="1.0" encoding="utf-8"?>
<p:tagLst xmlns:a="http://schemas.openxmlformats.org/drawingml/2006/main" xmlns:r="http://schemas.openxmlformats.org/officeDocument/2006/relationships" xmlns:p="http://schemas.openxmlformats.org/presentationml/2006/main">
  <p:tag name="SHAPETYPE" val="Status"/>
</p:tagLst>
</file>

<file path=ppt/tags/tag23.xml><?xml version="1.0" encoding="utf-8"?>
<p:tagLst xmlns:a="http://schemas.openxmlformats.org/drawingml/2006/main" xmlns:r="http://schemas.openxmlformats.org/officeDocument/2006/relationships" xmlns:p="http://schemas.openxmlformats.org/presentationml/2006/main">
  <p:tag name="ECO" val="FONT=0,0,0"/>
</p:tagLst>
</file>

<file path=ppt/tags/tag24.xml><?xml version="1.0" encoding="utf-8"?>
<p:tagLst xmlns:a="http://schemas.openxmlformats.org/drawingml/2006/main" xmlns:r="http://schemas.openxmlformats.org/officeDocument/2006/relationships" xmlns:p="http://schemas.openxmlformats.org/presentationml/2006/main">
  <p:tag name="SHAPETYPE" val="Logo"/>
</p:tagLst>
</file>

<file path=ppt/tags/tag25.xml><?xml version="1.0" encoding="utf-8"?>
<p:tagLst xmlns:a="http://schemas.openxmlformats.org/drawingml/2006/main" xmlns:r="http://schemas.openxmlformats.org/officeDocument/2006/relationships" xmlns:p="http://schemas.openxmlformats.org/presentationml/2006/main">
  <p:tag name="ECO" val="SHOW"/>
</p:tagLst>
</file>

<file path=ppt/tags/tag26.xml><?xml version="1.0" encoding="utf-8"?>
<p:tagLst xmlns:a="http://schemas.openxmlformats.org/drawingml/2006/main" xmlns:r="http://schemas.openxmlformats.org/officeDocument/2006/relationships" xmlns:p="http://schemas.openxmlformats.org/presentationml/2006/main">
  <p:tag name="SHAPETYPE" val="Status"/>
</p:tagLst>
</file>

<file path=ppt/tags/tag27.xml><?xml version="1.0" encoding="utf-8"?>
<p:tagLst xmlns:a="http://schemas.openxmlformats.org/drawingml/2006/main" xmlns:r="http://schemas.openxmlformats.org/officeDocument/2006/relationships" xmlns:p="http://schemas.openxmlformats.org/presentationml/2006/main">
  <p:tag name="SHAPETYPE" val="LogoFrame"/>
</p:tagLst>
</file>

<file path=ppt/tags/tag28.xml><?xml version="1.0" encoding="utf-8"?>
<p:tagLst xmlns:a="http://schemas.openxmlformats.org/drawingml/2006/main" xmlns:r="http://schemas.openxmlformats.org/officeDocument/2006/relationships" xmlns:p="http://schemas.openxmlformats.org/presentationml/2006/main">
  <p:tag name="SHAPETYPE" val="Logo"/>
</p:tagLst>
</file>

<file path=ppt/tags/tag29.xml><?xml version="1.0" encoding="utf-8"?>
<p:tagLst xmlns:a="http://schemas.openxmlformats.org/drawingml/2006/main" xmlns:r="http://schemas.openxmlformats.org/officeDocument/2006/relationships" xmlns:p="http://schemas.openxmlformats.org/presentationml/2006/main">
  <p:tag name="ECO" val="SHOW"/>
</p:tagLst>
</file>

<file path=ppt/tags/tag30.xml><?xml version="1.0" encoding="utf-8"?>
<p:tagLst xmlns:a="http://schemas.openxmlformats.org/drawingml/2006/main" xmlns:r="http://schemas.openxmlformats.org/officeDocument/2006/relationships" xmlns:p="http://schemas.openxmlformats.org/presentationml/2006/main">
  <p:tag name="SHAPETYPE" val="LogoFrame"/>
</p:tagLst>
</file>

<file path=ppt/tags/tag31.xml><?xml version="1.0" encoding="utf-8"?>
<p:tagLst xmlns:a="http://schemas.openxmlformats.org/drawingml/2006/main" xmlns:r="http://schemas.openxmlformats.org/officeDocument/2006/relationships" xmlns:p="http://schemas.openxmlformats.org/presentationml/2006/main">
  <p:tag name="ECO" val="HIDE"/>
</p:tagLst>
</file>

<file path=ppt/tags/tag32.xml><?xml version="1.0" encoding="utf-8"?>
<p:tagLst xmlns:a="http://schemas.openxmlformats.org/drawingml/2006/main" xmlns:r="http://schemas.openxmlformats.org/officeDocument/2006/relationships" xmlns:p="http://schemas.openxmlformats.org/presentationml/2006/main">
  <p:tag name="SHAPETYPE" val="Status"/>
</p:tagLst>
</file>

<file path=ppt/tags/tag33.xml><?xml version="1.0" encoding="utf-8"?>
<p:tagLst xmlns:a="http://schemas.openxmlformats.org/drawingml/2006/main" xmlns:r="http://schemas.openxmlformats.org/officeDocument/2006/relationships" xmlns:p="http://schemas.openxmlformats.org/presentationml/2006/main">
  <p:tag name="SHAPETYPE" val="Logo"/>
</p:tagLst>
</file>

<file path=ppt/tags/tag34.xml><?xml version="1.0" encoding="utf-8"?>
<p:tagLst xmlns:a="http://schemas.openxmlformats.org/drawingml/2006/main" xmlns:r="http://schemas.openxmlformats.org/officeDocument/2006/relationships" xmlns:p="http://schemas.openxmlformats.org/presentationml/2006/main">
  <p:tag name="ECO" val="SHOW"/>
</p:tagLst>
</file>

<file path=ppt/tags/tag35.xml><?xml version="1.0" encoding="utf-8"?>
<p:tagLst xmlns:a="http://schemas.openxmlformats.org/drawingml/2006/main" xmlns:r="http://schemas.openxmlformats.org/officeDocument/2006/relationships" xmlns:p="http://schemas.openxmlformats.org/presentationml/2006/main">
  <p:tag name="ECO" val="FONT=0,0,0"/>
</p:tagLst>
</file>

<file path=ppt/tags/tag36.xml><?xml version="1.0" encoding="utf-8"?>
<p:tagLst xmlns:a="http://schemas.openxmlformats.org/drawingml/2006/main" xmlns:r="http://schemas.openxmlformats.org/officeDocument/2006/relationships" xmlns:p="http://schemas.openxmlformats.org/presentationml/2006/main">
  <p:tag name="ECO" val="FONT=0,0,0"/>
</p:tagLst>
</file>

<file path=ppt/tags/tag37.xml><?xml version="1.0" encoding="utf-8"?>
<p:tagLst xmlns:a="http://schemas.openxmlformats.org/drawingml/2006/main" xmlns:r="http://schemas.openxmlformats.org/officeDocument/2006/relationships" xmlns:p="http://schemas.openxmlformats.org/presentationml/2006/main">
  <p:tag name="SHAPETYPE" val="Status"/>
</p:tagLst>
</file>

<file path=ppt/tags/tag38.xml><?xml version="1.0" encoding="utf-8"?>
<p:tagLst xmlns:a="http://schemas.openxmlformats.org/drawingml/2006/main" xmlns:r="http://schemas.openxmlformats.org/officeDocument/2006/relationships" xmlns:p="http://schemas.openxmlformats.org/presentationml/2006/main">
  <p:tag name="SHAPETYPE" val="Logo"/>
</p:tagLst>
</file>

<file path=ppt/tags/tag39.xml><?xml version="1.0" encoding="utf-8"?>
<p:tagLst xmlns:a="http://schemas.openxmlformats.org/drawingml/2006/main" xmlns:r="http://schemas.openxmlformats.org/officeDocument/2006/relationships" xmlns:p="http://schemas.openxmlformats.org/presentationml/2006/main">
  <p:tag name="ECO" val="Hide"/>
</p:tagLst>
</file>

<file path=ppt/tags/tag40.xml><?xml version="1.0" encoding="utf-8"?>
<p:tagLst xmlns:a="http://schemas.openxmlformats.org/drawingml/2006/main" xmlns:r="http://schemas.openxmlformats.org/officeDocument/2006/relationships" xmlns:p="http://schemas.openxmlformats.org/presentationml/2006/main">
  <p:tag name="SHAPETYPE" val="Status"/>
</p:tagLst>
</file>

<file path=ppt/tags/tag41.xml><?xml version="1.0" encoding="utf-8"?>
<p:tagLst xmlns:a="http://schemas.openxmlformats.org/drawingml/2006/main" xmlns:r="http://schemas.openxmlformats.org/officeDocument/2006/relationships" xmlns:p="http://schemas.openxmlformats.org/presentationml/2006/main">
  <p:tag name="SHAPETYPE" val="LogoFrame"/>
</p:tagLst>
</file>

<file path=ppt/tags/tag42.xml><?xml version="1.0" encoding="utf-8"?>
<p:tagLst xmlns:a="http://schemas.openxmlformats.org/drawingml/2006/main" xmlns:r="http://schemas.openxmlformats.org/officeDocument/2006/relationships" xmlns:p="http://schemas.openxmlformats.org/presentationml/2006/main">
  <p:tag name="SHAPETYPE" val="Logo"/>
</p:tagLst>
</file>

<file path=ppt/tags/tag43.xml><?xml version="1.0" encoding="utf-8"?>
<p:tagLst xmlns:a="http://schemas.openxmlformats.org/drawingml/2006/main" xmlns:r="http://schemas.openxmlformats.org/officeDocument/2006/relationships" xmlns:p="http://schemas.openxmlformats.org/presentationml/2006/main">
  <p:tag name="ECO" val="SHOW"/>
</p:tagLst>
</file>

<file path=ppt/tags/tag44.xml><?xml version="1.0" encoding="utf-8"?>
<p:tagLst xmlns:a="http://schemas.openxmlformats.org/drawingml/2006/main" xmlns:r="http://schemas.openxmlformats.org/officeDocument/2006/relationships" xmlns:p="http://schemas.openxmlformats.org/presentationml/2006/main">
  <p:tag name="ECO" val="FONT=0,0,0"/>
</p:tagLst>
</file>

<file path=ppt/tags/tag45.xml><?xml version="1.0" encoding="utf-8"?>
<p:tagLst xmlns:a="http://schemas.openxmlformats.org/drawingml/2006/main" xmlns:r="http://schemas.openxmlformats.org/officeDocument/2006/relationships" xmlns:p="http://schemas.openxmlformats.org/presentationml/2006/main">
  <p:tag name="SHAPETYPE" val="Status"/>
</p:tagLst>
</file>

<file path=ppt/tags/tag46.xml><?xml version="1.0" encoding="utf-8"?>
<p:tagLst xmlns:a="http://schemas.openxmlformats.org/drawingml/2006/main" xmlns:r="http://schemas.openxmlformats.org/officeDocument/2006/relationships" xmlns:p="http://schemas.openxmlformats.org/presentationml/2006/main">
  <p:tag name="SHAPETYPE" val="Logo"/>
</p:tagLst>
</file>

<file path=ppt/tags/tag47.xml><?xml version="1.0" encoding="utf-8"?>
<p:tagLst xmlns:a="http://schemas.openxmlformats.org/drawingml/2006/main" xmlns:r="http://schemas.openxmlformats.org/officeDocument/2006/relationships" xmlns:p="http://schemas.openxmlformats.org/presentationml/2006/main">
  <p:tag name="ECO" val="Hide"/>
</p:tagLst>
</file>

<file path=ppt/tags/tag48.xml><?xml version="1.0" encoding="utf-8"?>
<p:tagLst xmlns:a="http://schemas.openxmlformats.org/drawingml/2006/main" xmlns:r="http://schemas.openxmlformats.org/officeDocument/2006/relationships" xmlns:p="http://schemas.openxmlformats.org/presentationml/2006/main">
  <p:tag name="ECO" val="SHOW"/>
</p:tagLst>
</file>

<file path=ppt/tags/tag49.xml><?xml version="1.0" encoding="utf-8"?>
<p:tagLst xmlns:a="http://schemas.openxmlformats.org/drawingml/2006/main" xmlns:r="http://schemas.openxmlformats.org/officeDocument/2006/relationships" xmlns:p="http://schemas.openxmlformats.org/presentationml/2006/main">
  <p:tag name="SHAPETYPE" val="Status"/>
</p:tagLst>
</file>

<file path=ppt/tags/tag50.xml><?xml version="1.0" encoding="utf-8"?>
<p:tagLst xmlns:a="http://schemas.openxmlformats.org/drawingml/2006/main" xmlns:r="http://schemas.openxmlformats.org/officeDocument/2006/relationships" xmlns:p="http://schemas.openxmlformats.org/presentationml/2006/main">
  <p:tag name="ECO" val="FONT=0,0,0"/>
</p:tagLst>
</file>

<file path=ppt/tags/tag51.xml><?xml version="1.0" encoding="utf-8"?>
<p:tagLst xmlns:a="http://schemas.openxmlformats.org/drawingml/2006/main" xmlns:r="http://schemas.openxmlformats.org/officeDocument/2006/relationships" xmlns:p="http://schemas.openxmlformats.org/presentationml/2006/main">
  <p:tag name="SHAPETYPE" val="Logo"/>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SHAPETYPE" val="FootnoteBox"/>
</p:tagLst>
</file>

<file path=ppt/tags/tag55.xml><?xml version="1.0" encoding="utf-8"?>
<p:tagLst xmlns:a="http://schemas.openxmlformats.org/drawingml/2006/main" xmlns:r="http://schemas.openxmlformats.org/officeDocument/2006/relationships" xmlns:p="http://schemas.openxmlformats.org/presentationml/2006/main">
  <p:tag name="SHAPETYPE" val="AgendaTitleFrame"/>
  <p:tag name="HANDLINGCONTENT" val="True"/>
</p:tagLst>
</file>

<file path=ppt/tags/tag56.xml><?xml version="1.0" encoding="utf-8"?>
<p:tagLst xmlns:a="http://schemas.openxmlformats.org/drawingml/2006/main" xmlns:r="http://schemas.openxmlformats.org/officeDocument/2006/relationships" xmlns:p="http://schemas.openxmlformats.org/presentationml/2006/main">
  <p:tag name="SHAPETYPE" val="Status"/>
</p:tagLst>
</file>

<file path=ppt/tags/tag57.xml><?xml version="1.0" encoding="utf-8"?>
<p:tagLst xmlns:a="http://schemas.openxmlformats.org/drawingml/2006/main" xmlns:r="http://schemas.openxmlformats.org/officeDocument/2006/relationships" xmlns:p="http://schemas.openxmlformats.org/presentationml/2006/main">
  <p:tag name="SHAPETYPE" val="Footer"/>
</p:tagLst>
</file>

<file path=ppt/tags/tag58.xml><?xml version="1.0" encoding="utf-8"?>
<p:tagLst xmlns:a="http://schemas.openxmlformats.org/drawingml/2006/main" xmlns:r="http://schemas.openxmlformats.org/officeDocument/2006/relationships" xmlns:p="http://schemas.openxmlformats.org/presentationml/2006/main">
  <p:tag name="SHAPETYPE" val="Logo"/>
</p:tagLst>
</file>

<file path=ppt/tags/tag59.xml><?xml version="1.0" encoding="utf-8"?>
<p:tagLst xmlns:a="http://schemas.openxmlformats.org/drawingml/2006/main" xmlns:r="http://schemas.openxmlformats.org/officeDocument/2006/relationships" xmlns:p="http://schemas.openxmlformats.org/presentationml/2006/main">
  <p:tag name="ECO" val="SHOW"/>
</p:tagLst>
</file>

<file path=ppt/tags/tag60.xml><?xml version="1.0" encoding="utf-8"?>
<p:tagLst xmlns:a="http://schemas.openxmlformats.org/drawingml/2006/main" xmlns:r="http://schemas.openxmlformats.org/officeDocument/2006/relationships" xmlns:p="http://schemas.openxmlformats.org/presentationml/2006/main">
  <p:tag name="ECO" val="FONT=0,0,0"/>
</p:tagLst>
</file>

<file path=ppt/tags/tag61.xml><?xml version="1.0" encoding="utf-8"?>
<p:tagLst xmlns:a="http://schemas.openxmlformats.org/drawingml/2006/main" xmlns:r="http://schemas.openxmlformats.org/officeDocument/2006/relationships" xmlns:p="http://schemas.openxmlformats.org/presentationml/2006/main">
  <p:tag name="ECO" val="FONT=0,0,0"/>
</p:tagLst>
</file>

<file path=ppt/tags/tag62.xml><?xml version="1.0" encoding="utf-8"?>
<p:tagLst xmlns:a="http://schemas.openxmlformats.org/drawingml/2006/main" xmlns:r="http://schemas.openxmlformats.org/officeDocument/2006/relationships" xmlns:p="http://schemas.openxmlformats.org/presentationml/2006/main">
  <p:tag name="SHAPETYPE" val="Status"/>
</p:tagLst>
</file>

<file path=ppt/tags/tag63.xml><?xml version="1.0" encoding="utf-8"?>
<p:tagLst xmlns:a="http://schemas.openxmlformats.org/drawingml/2006/main" xmlns:r="http://schemas.openxmlformats.org/officeDocument/2006/relationships" xmlns:p="http://schemas.openxmlformats.org/presentationml/2006/main">
  <p:tag name="SHAPETYPE" val="Logo"/>
</p:tagLst>
</file>

<file path=ppt/tags/tag64.xml><?xml version="1.0" encoding="utf-8"?>
<p:tagLst xmlns:a="http://schemas.openxmlformats.org/drawingml/2006/main" xmlns:r="http://schemas.openxmlformats.org/officeDocument/2006/relationships" xmlns:p="http://schemas.openxmlformats.org/presentationml/2006/main">
  <p:tag name="ECO" val="Hide"/>
</p:tagLst>
</file>

<file path=ppt/tags/tag65.xml><?xml version="1.0" encoding="utf-8"?>
<p:tagLst xmlns:a="http://schemas.openxmlformats.org/drawingml/2006/main" xmlns:r="http://schemas.openxmlformats.org/officeDocument/2006/relationships" xmlns:p="http://schemas.openxmlformats.org/presentationml/2006/main">
  <p:tag name="SHAPETYPE" val="Status"/>
</p:tagLst>
</file>

<file path=ppt/tags/tag66.xml><?xml version="1.0" encoding="utf-8"?>
<p:tagLst xmlns:a="http://schemas.openxmlformats.org/drawingml/2006/main" xmlns:r="http://schemas.openxmlformats.org/officeDocument/2006/relationships" xmlns:p="http://schemas.openxmlformats.org/presentationml/2006/main">
  <p:tag name="SHAPETYPE" val="LogoFrame"/>
</p:tagLst>
</file>

<file path=ppt/tags/tag67.xml><?xml version="1.0" encoding="utf-8"?>
<p:tagLst xmlns:a="http://schemas.openxmlformats.org/drawingml/2006/main" xmlns:r="http://schemas.openxmlformats.org/officeDocument/2006/relationships" xmlns:p="http://schemas.openxmlformats.org/presentationml/2006/main">
  <p:tag name="SHAPETYPE" val="Logo"/>
</p:tagLst>
</file>

<file path=ppt/tags/tag68.xml><?xml version="1.0" encoding="utf-8"?>
<p:tagLst xmlns:a="http://schemas.openxmlformats.org/drawingml/2006/main" xmlns:r="http://schemas.openxmlformats.org/officeDocument/2006/relationships" xmlns:p="http://schemas.openxmlformats.org/presentationml/2006/main">
  <p:tag name="ECO" val="SHOW"/>
</p:tagLst>
</file>

<file path=ppt/tags/tag69.xml><?xml version="1.0" encoding="utf-8"?>
<p:tagLst xmlns:a="http://schemas.openxmlformats.org/drawingml/2006/main" xmlns:r="http://schemas.openxmlformats.org/officeDocument/2006/relationships" xmlns:p="http://schemas.openxmlformats.org/presentationml/2006/main">
  <p:tag name="ECO" val="FONT=0,0,0"/>
</p:tagLst>
</file>

<file path=ppt/tags/tag70.xml><?xml version="1.0" encoding="utf-8"?>
<p:tagLst xmlns:a="http://schemas.openxmlformats.org/drawingml/2006/main" xmlns:r="http://schemas.openxmlformats.org/officeDocument/2006/relationships" xmlns:p="http://schemas.openxmlformats.org/presentationml/2006/main">
  <p:tag name="SHAPETYPE" val="Status"/>
</p:tagLst>
</file>

<file path=ppt/tags/tag71.xml><?xml version="1.0" encoding="utf-8"?>
<p:tagLst xmlns:a="http://schemas.openxmlformats.org/drawingml/2006/main" xmlns:r="http://schemas.openxmlformats.org/officeDocument/2006/relationships" xmlns:p="http://schemas.openxmlformats.org/presentationml/2006/main">
  <p:tag name="SHAPETYPE" val="Logo"/>
</p:tagLst>
</file>

<file path=ppt/tags/tag72.xml><?xml version="1.0" encoding="utf-8"?>
<p:tagLst xmlns:a="http://schemas.openxmlformats.org/drawingml/2006/main" xmlns:r="http://schemas.openxmlformats.org/officeDocument/2006/relationships" xmlns:p="http://schemas.openxmlformats.org/presentationml/2006/main">
  <p:tag name="ECO" val="Hide"/>
</p:tagLst>
</file>

<file path=ppt/tags/tag73.xml><?xml version="1.0" encoding="utf-8"?>
<p:tagLst xmlns:a="http://schemas.openxmlformats.org/drawingml/2006/main" xmlns:r="http://schemas.openxmlformats.org/officeDocument/2006/relationships" xmlns:p="http://schemas.openxmlformats.org/presentationml/2006/main">
  <p:tag name="ECO" val="SHOW"/>
</p:tagLst>
</file>

<file path=ppt/tags/tag74.xml><?xml version="1.0" encoding="utf-8"?>
<p:tagLst xmlns:a="http://schemas.openxmlformats.org/drawingml/2006/main" xmlns:r="http://schemas.openxmlformats.org/officeDocument/2006/relationships" xmlns:p="http://schemas.openxmlformats.org/presentationml/2006/main">
  <p:tag name="SHAPETYPE" val="Status"/>
</p:tagLst>
</file>

<file path=ppt/tags/tag75.xml><?xml version="1.0" encoding="utf-8"?>
<p:tagLst xmlns:a="http://schemas.openxmlformats.org/drawingml/2006/main" xmlns:r="http://schemas.openxmlformats.org/officeDocument/2006/relationships" xmlns:p="http://schemas.openxmlformats.org/presentationml/2006/main">
  <p:tag name="ECO" val="FONT=0,0,0"/>
</p:tagLst>
</file>

<file path=ppt/tags/tag76.xml><?xml version="1.0" encoding="utf-8"?>
<p:tagLst xmlns:a="http://schemas.openxmlformats.org/drawingml/2006/main" xmlns:r="http://schemas.openxmlformats.org/officeDocument/2006/relationships" xmlns:p="http://schemas.openxmlformats.org/presentationml/2006/main">
  <p:tag name="SHAPETYPE" val="Logo"/>
</p:tagLst>
</file>

<file path=ppt/tags/tag77.xml><?xml version="1.0" encoding="utf-8"?>
<p:tagLst xmlns:a="http://schemas.openxmlformats.org/drawingml/2006/main" xmlns:r="http://schemas.openxmlformats.org/officeDocument/2006/relationships" xmlns:p="http://schemas.openxmlformats.org/presentationml/2006/main">
  <p:tag name="ECO" val="SHOW"/>
</p:tagLst>
</file>

<file path=ppt/tags/tag78.xml><?xml version="1.0" encoding="utf-8"?>
<p:tagLst xmlns:a="http://schemas.openxmlformats.org/drawingml/2006/main" xmlns:r="http://schemas.openxmlformats.org/officeDocument/2006/relationships" xmlns:p="http://schemas.openxmlformats.org/presentationml/2006/main">
  <p:tag name="SHAPETYPE" val="Status"/>
</p:tagLst>
</file>

<file path=ppt/tags/tag79.xml><?xml version="1.0" encoding="utf-8"?>
<p:tagLst xmlns:a="http://schemas.openxmlformats.org/drawingml/2006/main" xmlns:r="http://schemas.openxmlformats.org/officeDocument/2006/relationships" xmlns:p="http://schemas.openxmlformats.org/presentationml/2006/main">
  <p:tag name="SHAPETYPE" val="Logo"/>
</p:tagLst>
</file>

<file path=ppt/tags/tag80.xml><?xml version="1.0" encoding="utf-8"?>
<p:tagLst xmlns:a="http://schemas.openxmlformats.org/drawingml/2006/main" xmlns:r="http://schemas.openxmlformats.org/officeDocument/2006/relationships" xmlns:p="http://schemas.openxmlformats.org/presentationml/2006/main">
  <p:tag name="ECO" val="SHOW"/>
</p:tagLst>
</file>

<file path=ppt/tags/tag81.xml><?xml version="1.0" encoding="utf-8"?>
<p:tagLst xmlns:a="http://schemas.openxmlformats.org/drawingml/2006/main" xmlns:r="http://schemas.openxmlformats.org/officeDocument/2006/relationships" xmlns:p="http://schemas.openxmlformats.org/presentationml/2006/main">
  <p:tag name="ECO" val="HIDE"/>
</p:tagLst>
</file>

<file path=ppt/tags/tag82.xml><?xml version="1.0" encoding="utf-8"?>
<p:tagLst xmlns:a="http://schemas.openxmlformats.org/drawingml/2006/main" xmlns:r="http://schemas.openxmlformats.org/officeDocument/2006/relationships" xmlns:p="http://schemas.openxmlformats.org/presentationml/2006/main">
  <p:tag name="SHAPETYPE" val="LogoFrame"/>
</p:tagLst>
</file>

<file path=ppt/tags/tag83.xml><?xml version="1.0" encoding="utf-8"?>
<p:tagLst xmlns:a="http://schemas.openxmlformats.org/drawingml/2006/main" xmlns:r="http://schemas.openxmlformats.org/officeDocument/2006/relationships" xmlns:p="http://schemas.openxmlformats.org/presentationml/2006/main">
  <p:tag name="SHAPETYPE" val="Status"/>
</p:tagLst>
</file>

<file path=ppt/tags/tag84.xml><?xml version="1.0" encoding="utf-8"?>
<p:tagLst xmlns:a="http://schemas.openxmlformats.org/drawingml/2006/main" xmlns:r="http://schemas.openxmlformats.org/officeDocument/2006/relationships" xmlns:p="http://schemas.openxmlformats.org/presentationml/2006/main">
  <p:tag name="SHAPETYPE" val="Logo"/>
</p:tagLst>
</file>

<file path=ppt/tags/tag85.xml><?xml version="1.0" encoding="utf-8"?>
<p:tagLst xmlns:a="http://schemas.openxmlformats.org/drawingml/2006/main" xmlns:r="http://schemas.openxmlformats.org/officeDocument/2006/relationships" xmlns:p="http://schemas.openxmlformats.org/presentationml/2006/main">
  <p:tag name="SHAPETYPE" val="FootnoteBox"/>
</p:tagLst>
</file>

<file path=ppt/tags/tag86.xml><?xml version="1.0" encoding="utf-8"?>
<p:tagLst xmlns:a="http://schemas.openxmlformats.org/drawingml/2006/main" xmlns:r="http://schemas.openxmlformats.org/officeDocument/2006/relationships" xmlns:p="http://schemas.openxmlformats.org/presentationml/2006/main">
  <p:tag name="SHAPETYPE" val="AgendaTitleFrame"/>
  <p:tag name="HANDLINGCONTENT" val="True"/>
</p:tagLst>
</file>

<file path=ppt/tags/tag87.xml><?xml version="1.0" encoding="utf-8"?>
<p:tagLst xmlns:a="http://schemas.openxmlformats.org/drawingml/2006/main" xmlns:r="http://schemas.openxmlformats.org/officeDocument/2006/relationships" xmlns:p="http://schemas.openxmlformats.org/presentationml/2006/main">
  <p:tag name="SHAPETYPE" val="Status"/>
</p:tagLst>
</file>

<file path=ppt/tags/tag88.xml><?xml version="1.0" encoding="utf-8"?>
<p:tagLst xmlns:a="http://schemas.openxmlformats.org/drawingml/2006/main" xmlns:r="http://schemas.openxmlformats.org/officeDocument/2006/relationships" xmlns:p="http://schemas.openxmlformats.org/presentationml/2006/main">
  <p:tag name="SHAPETYPE" val="Footer"/>
</p:tagLst>
</file>

<file path=ppt/tags/tag89.xml><?xml version="1.0" encoding="utf-8"?>
<p:tagLst xmlns:a="http://schemas.openxmlformats.org/drawingml/2006/main" xmlns:r="http://schemas.openxmlformats.org/officeDocument/2006/relationships" xmlns:p="http://schemas.openxmlformats.org/presentationml/2006/main">
  <p:tag name="SHAPETYPE" val="Logo"/>
</p:tagLst>
</file>

<file path=ppt/tags/tag90.xml><?xml version="1.0" encoding="utf-8"?>
<p:tagLst xmlns:a="http://schemas.openxmlformats.org/drawingml/2006/main" xmlns:r="http://schemas.openxmlformats.org/officeDocument/2006/relationships" xmlns:p="http://schemas.openxmlformats.org/presentationml/2006/main">
  <p:tag name="ECO" val="SHOW"/>
</p:tagLst>
</file>

<file path=ppt/tags/tag91.xml><?xml version="1.0" encoding="utf-8"?>
<p:tagLst xmlns:a="http://schemas.openxmlformats.org/drawingml/2006/main" xmlns:r="http://schemas.openxmlformats.org/officeDocument/2006/relationships" xmlns:p="http://schemas.openxmlformats.org/presentationml/2006/main">
  <p:tag name="ECO" val="FONT=0,0,0"/>
</p:tagLst>
</file>

<file path=ppt/tags/tag92.xml><?xml version="1.0" encoding="utf-8"?>
<p:tagLst xmlns:a="http://schemas.openxmlformats.org/drawingml/2006/main" xmlns:r="http://schemas.openxmlformats.org/officeDocument/2006/relationships" xmlns:p="http://schemas.openxmlformats.org/presentationml/2006/main">
  <p:tag name="ECO" val="FONT=0,0,0"/>
</p:tagLst>
</file>

<file path=ppt/tags/tag93.xml><?xml version="1.0" encoding="utf-8"?>
<p:tagLst xmlns:a="http://schemas.openxmlformats.org/drawingml/2006/main" xmlns:r="http://schemas.openxmlformats.org/officeDocument/2006/relationships" xmlns:p="http://schemas.openxmlformats.org/presentationml/2006/main">
  <p:tag name="SHAPETYPE" val="Status"/>
</p:tagLst>
</file>

<file path=ppt/tags/tag94.xml><?xml version="1.0" encoding="utf-8"?>
<p:tagLst xmlns:a="http://schemas.openxmlformats.org/drawingml/2006/main" xmlns:r="http://schemas.openxmlformats.org/officeDocument/2006/relationships" xmlns:p="http://schemas.openxmlformats.org/presentationml/2006/main">
  <p:tag name="SHAPETYPE" val="LogoFrame"/>
</p:tagLst>
</file>

<file path=ppt/tags/tag95.xml><?xml version="1.0" encoding="utf-8"?>
<p:tagLst xmlns:a="http://schemas.openxmlformats.org/drawingml/2006/main" xmlns:r="http://schemas.openxmlformats.org/officeDocument/2006/relationships" xmlns:p="http://schemas.openxmlformats.org/presentationml/2006/main">
  <p:tag name="SHAPETYPE" val="Logo"/>
</p:tagLst>
</file>

<file path=ppt/tags/tag96.xml><?xml version="1.0" encoding="utf-8"?>
<p:tagLst xmlns:a="http://schemas.openxmlformats.org/drawingml/2006/main" xmlns:r="http://schemas.openxmlformats.org/officeDocument/2006/relationships" xmlns:p="http://schemas.openxmlformats.org/presentationml/2006/main">
  <p:tag name="ECO" val="Hide"/>
</p:tagLst>
</file>

<file path=ppt/tags/tag97.xml><?xml version="1.0" encoding="utf-8"?>
<p:tagLst xmlns:a="http://schemas.openxmlformats.org/drawingml/2006/main" xmlns:r="http://schemas.openxmlformats.org/officeDocument/2006/relationships" xmlns:p="http://schemas.openxmlformats.org/presentationml/2006/main">
  <p:tag name="SHAPETYPE" val="Status"/>
</p:tagLst>
</file>

<file path=ppt/tags/tag98.xml><?xml version="1.0" encoding="utf-8"?>
<p:tagLst xmlns:a="http://schemas.openxmlformats.org/drawingml/2006/main" xmlns:r="http://schemas.openxmlformats.org/officeDocument/2006/relationships" xmlns:p="http://schemas.openxmlformats.org/presentationml/2006/main">
  <p:tag name="SHAPETYPE" val="LogoFrame"/>
</p:tagLst>
</file>

<file path=ppt/tags/tag99.xml><?xml version="1.0" encoding="utf-8"?>
<p:tagLst xmlns:a="http://schemas.openxmlformats.org/drawingml/2006/main" xmlns:r="http://schemas.openxmlformats.org/officeDocument/2006/relationships" xmlns:p="http://schemas.openxmlformats.org/presentationml/2006/main">
  <p:tag name="SHAPETYPE" val="Logo"/>
</p:tagLst>
</file>

<file path=ppt/tags/tag100.xml><?xml version="1.0" encoding="utf-8"?>
<p:tagLst xmlns:a="http://schemas.openxmlformats.org/drawingml/2006/main" xmlns:r="http://schemas.openxmlformats.org/officeDocument/2006/relationships" xmlns:p="http://schemas.openxmlformats.org/presentationml/2006/main">
  <p:tag name="ECO" val="SHOW"/>
</p:tagLst>
</file>

<file path=ppt/tags/tag101.xml><?xml version="1.0" encoding="utf-8"?>
<p:tagLst xmlns:a="http://schemas.openxmlformats.org/drawingml/2006/main" xmlns:r="http://schemas.openxmlformats.org/officeDocument/2006/relationships" xmlns:p="http://schemas.openxmlformats.org/presentationml/2006/main">
  <p:tag name="ECO" val="FONT=0,0,0"/>
</p:tagLst>
</file>

<file path=ppt/tags/tag102.xml><?xml version="1.0" encoding="utf-8"?>
<p:tagLst xmlns:a="http://schemas.openxmlformats.org/drawingml/2006/main" xmlns:r="http://schemas.openxmlformats.org/officeDocument/2006/relationships" xmlns:p="http://schemas.openxmlformats.org/presentationml/2006/main">
  <p:tag name="SHAPETYPE" val="Status"/>
</p:tagLst>
</file>

<file path=ppt/tags/tag103.xml><?xml version="1.0" encoding="utf-8"?>
<p:tagLst xmlns:a="http://schemas.openxmlformats.org/drawingml/2006/main" xmlns:r="http://schemas.openxmlformats.org/officeDocument/2006/relationships" xmlns:p="http://schemas.openxmlformats.org/presentationml/2006/main">
  <p:tag name="SHAPETYPE" val="Logo"/>
</p:tagLst>
</file>

<file path=ppt/tags/tag104.xml><?xml version="1.0" encoding="utf-8"?>
<p:tagLst xmlns:a="http://schemas.openxmlformats.org/drawingml/2006/main" xmlns:r="http://schemas.openxmlformats.org/officeDocument/2006/relationships" xmlns:p="http://schemas.openxmlformats.org/presentationml/2006/main">
  <p:tag name="ECO" val="Hide"/>
</p:tagLst>
</file>

<file path=ppt/tags/tag105.xml><?xml version="1.0" encoding="utf-8"?>
<p:tagLst xmlns:a="http://schemas.openxmlformats.org/drawingml/2006/main" xmlns:r="http://schemas.openxmlformats.org/officeDocument/2006/relationships" xmlns:p="http://schemas.openxmlformats.org/presentationml/2006/main">
  <p:tag name="ECO" val="SHOW"/>
</p:tagLst>
</file>

<file path=ppt/tags/tag106.xml><?xml version="1.0" encoding="utf-8"?>
<p:tagLst xmlns:a="http://schemas.openxmlformats.org/drawingml/2006/main" xmlns:r="http://schemas.openxmlformats.org/officeDocument/2006/relationships" xmlns:p="http://schemas.openxmlformats.org/presentationml/2006/main">
  <p:tag name="SHAPETYPE" val="Status"/>
</p:tagLst>
</file>

<file path=ppt/tags/tag107.xml><?xml version="1.0" encoding="utf-8"?>
<p:tagLst xmlns:a="http://schemas.openxmlformats.org/drawingml/2006/main" xmlns:r="http://schemas.openxmlformats.org/officeDocument/2006/relationships" xmlns:p="http://schemas.openxmlformats.org/presentationml/2006/main">
  <p:tag name="ECO" val="FONT=0,0,0"/>
</p:tagLst>
</file>

<file path=ppt/tags/tag108.xml><?xml version="1.0" encoding="utf-8"?>
<p:tagLst xmlns:a="http://schemas.openxmlformats.org/drawingml/2006/main" xmlns:r="http://schemas.openxmlformats.org/officeDocument/2006/relationships" xmlns:p="http://schemas.openxmlformats.org/presentationml/2006/main">
  <p:tag name="SHAPETYPE" val="Logo"/>
</p:tagLst>
</file>

<file path=ppt/tags/tag109.xml><?xml version="1.0" encoding="utf-8"?>
<p:tagLst xmlns:a="http://schemas.openxmlformats.org/drawingml/2006/main" xmlns:r="http://schemas.openxmlformats.org/officeDocument/2006/relationships" xmlns:p="http://schemas.openxmlformats.org/presentationml/2006/main">
  <p:tag name="ECO" val="SHOW"/>
</p:tagLst>
</file>

<file path=ppt/tags/tag110.xml><?xml version="1.0" encoding="utf-8"?>
<p:tagLst xmlns:a="http://schemas.openxmlformats.org/drawingml/2006/main" xmlns:r="http://schemas.openxmlformats.org/officeDocument/2006/relationships" xmlns:p="http://schemas.openxmlformats.org/presentationml/2006/main">
  <p:tag name="SHAPETYPE" val="Status"/>
</p:tagLst>
</file>

<file path=ppt/tags/tag111.xml><?xml version="1.0" encoding="utf-8"?>
<p:tagLst xmlns:a="http://schemas.openxmlformats.org/drawingml/2006/main" xmlns:r="http://schemas.openxmlformats.org/officeDocument/2006/relationships" xmlns:p="http://schemas.openxmlformats.org/presentationml/2006/main">
  <p:tag name="SHAPETYPE" val="LogoFrame"/>
</p:tagLst>
</file>

<file path=ppt/tags/tag112.xml><?xml version="1.0" encoding="utf-8"?>
<p:tagLst xmlns:a="http://schemas.openxmlformats.org/drawingml/2006/main" xmlns:r="http://schemas.openxmlformats.org/officeDocument/2006/relationships" xmlns:p="http://schemas.openxmlformats.org/presentationml/2006/main">
  <p:tag name="SHAPETYPE" val="Logo"/>
</p:tagLst>
</file>

<file path=ppt/tags/tag113.xml><?xml version="1.0" encoding="utf-8"?>
<p:tagLst xmlns:a="http://schemas.openxmlformats.org/drawingml/2006/main" xmlns:r="http://schemas.openxmlformats.org/officeDocument/2006/relationships" xmlns:p="http://schemas.openxmlformats.org/presentationml/2006/main">
  <p:tag name="ECO" val="SHOW"/>
</p:tagLst>
</file>

<file path=ppt/tags/tag114.xml><?xml version="1.0" encoding="utf-8"?>
<p:tagLst xmlns:a="http://schemas.openxmlformats.org/drawingml/2006/main" xmlns:r="http://schemas.openxmlformats.org/officeDocument/2006/relationships" xmlns:p="http://schemas.openxmlformats.org/presentationml/2006/main">
  <p:tag name="SHAPETYPE" val="LogoFrame"/>
</p:tagLst>
</file>

<file path=ppt/tags/tag115.xml><?xml version="1.0" encoding="utf-8"?>
<p:tagLst xmlns:a="http://schemas.openxmlformats.org/drawingml/2006/main" xmlns:r="http://schemas.openxmlformats.org/officeDocument/2006/relationships" xmlns:p="http://schemas.openxmlformats.org/presentationml/2006/main">
  <p:tag name="ECO" val="HIDE"/>
</p:tagLst>
</file>

<file path=ppt/tags/tag116.xml><?xml version="1.0" encoding="utf-8"?>
<p:tagLst xmlns:a="http://schemas.openxmlformats.org/drawingml/2006/main" xmlns:r="http://schemas.openxmlformats.org/officeDocument/2006/relationships" xmlns:p="http://schemas.openxmlformats.org/presentationml/2006/main">
  <p:tag name="SHAPETYPE" val="Status"/>
</p:tagLst>
</file>

<file path=ppt/tags/tag117.xml><?xml version="1.0" encoding="utf-8"?>
<p:tagLst xmlns:a="http://schemas.openxmlformats.org/drawingml/2006/main" xmlns:r="http://schemas.openxmlformats.org/officeDocument/2006/relationships" xmlns:p="http://schemas.openxmlformats.org/presentationml/2006/main">
  <p:tag name="SHAPETYPE" val="Logo"/>
</p:tagLst>
</file>

<file path=ppt/tags/tag118.xml><?xml version="1.0" encoding="utf-8"?>
<p:tagLst xmlns:a="http://schemas.openxmlformats.org/drawingml/2006/main" xmlns:r="http://schemas.openxmlformats.org/officeDocument/2006/relationships" xmlns:p="http://schemas.openxmlformats.org/presentationml/2006/main">
  <p:tag name="ECO" val="SHOW"/>
</p:tagLst>
</file>

<file path=ppt/tags/tag119.xml><?xml version="1.0" encoding="utf-8"?>
<p:tagLst xmlns:a="http://schemas.openxmlformats.org/drawingml/2006/main" xmlns:r="http://schemas.openxmlformats.org/officeDocument/2006/relationships" xmlns:p="http://schemas.openxmlformats.org/presentationml/2006/main">
  <p:tag name="ECO" val="FONT=0,0,0"/>
</p:tagLst>
</file>

<file path=ppt/tags/tag120.xml><?xml version="1.0" encoding="utf-8"?>
<p:tagLst xmlns:a="http://schemas.openxmlformats.org/drawingml/2006/main" xmlns:r="http://schemas.openxmlformats.org/officeDocument/2006/relationships" xmlns:p="http://schemas.openxmlformats.org/presentationml/2006/main">
  <p:tag name="ECO" val="FONT=0,0,0"/>
</p:tagLst>
</file>

<file path=ppt/tags/tag121.xml><?xml version="1.0" encoding="utf-8"?>
<p:tagLst xmlns:a="http://schemas.openxmlformats.org/drawingml/2006/main" xmlns:r="http://schemas.openxmlformats.org/officeDocument/2006/relationships" xmlns:p="http://schemas.openxmlformats.org/presentationml/2006/main">
  <p:tag name="SHAPETYPE" val="Status"/>
</p:tagLst>
</file>

<file path=ppt/tags/tag122.xml><?xml version="1.0" encoding="utf-8"?>
<p:tagLst xmlns:a="http://schemas.openxmlformats.org/drawingml/2006/main" xmlns:r="http://schemas.openxmlformats.org/officeDocument/2006/relationships" xmlns:p="http://schemas.openxmlformats.org/presentationml/2006/main">
  <p:tag name="SHAPETYPE" val="Logo"/>
</p:tagLst>
</file>

<file path=ppt/tags/tag123.xml><?xml version="1.0" encoding="utf-8"?>
<p:tagLst xmlns:a="http://schemas.openxmlformats.org/drawingml/2006/main" xmlns:r="http://schemas.openxmlformats.org/officeDocument/2006/relationships" xmlns:p="http://schemas.openxmlformats.org/presentationml/2006/main">
  <p:tag name="ECO" val="Hide"/>
</p:tagLst>
</file>

<file path=ppt/tags/tag124.xml><?xml version="1.0" encoding="utf-8"?>
<p:tagLst xmlns:a="http://schemas.openxmlformats.org/drawingml/2006/main" xmlns:r="http://schemas.openxmlformats.org/officeDocument/2006/relationships" xmlns:p="http://schemas.openxmlformats.org/presentationml/2006/main">
  <p:tag name="SHAPETYPE" val="Status"/>
</p:tagLst>
</file>

<file path=ppt/tags/tag125.xml><?xml version="1.0" encoding="utf-8"?>
<p:tagLst xmlns:a="http://schemas.openxmlformats.org/drawingml/2006/main" xmlns:r="http://schemas.openxmlformats.org/officeDocument/2006/relationships" xmlns:p="http://schemas.openxmlformats.org/presentationml/2006/main">
  <p:tag name="SHAPETYPE" val="LogoFrame"/>
</p:tagLst>
</file>

<file path=ppt/tags/tag126.xml><?xml version="1.0" encoding="utf-8"?>
<p:tagLst xmlns:a="http://schemas.openxmlformats.org/drawingml/2006/main" xmlns:r="http://schemas.openxmlformats.org/officeDocument/2006/relationships" xmlns:p="http://schemas.openxmlformats.org/presentationml/2006/main">
  <p:tag name="SHAPETYPE" val="Logo"/>
</p:tagLst>
</file>

<file path=ppt/tags/tag127.xml><?xml version="1.0" encoding="utf-8"?>
<p:tagLst xmlns:a="http://schemas.openxmlformats.org/drawingml/2006/main" xmlns:r="http://schemas.openxmlformats.org/officeDocument/2006/relationships" xmlns:p="http://schemas.openxmlformats.org/presentationml/2006/main">
  <p:tag name="ECO" val="SHOW"/>
</p:tagLst>
</file>

<file path=ppt/tags/tag128.xml><?xml version="1.0" encoding="utf-8"?>
<p:tagLst xmlns:a="http://schemas.openxmlformats.org/drawingml/2006/main" xmlns:r="http://schemas.openxmlformats.org/officeDocument/2006/relationships" xmlns:p="http://schemas.openxmlformats.org/presentationml/2006/main">
  <p:tag name="ECO" val="FONT=0,0,0"/>
</p:tagLst>
</file>

<file path=ppt/tags/tag129.xml><?xml version="1.0" encoding="utf-8"?>
<p:tagLst xmlns:a="http://schemas.openxmlformats.org/drawingml/2006/main" xmlns:r="http://schemas.openxmlformats.org/officeDocument/2006/relationships" xmlns:p="http://schemas.openxmlformats.org/presentationml/2006/main">
  <p:tag name="SHAPETYPE" val="Status"/>
</p:tagLst>
</file>

<file path=ppt/tags/tag130.xml><?xml version="1.0" encoding="utf-8"?>
<p:tagLst xmlns:a="http://schemas.openxmlformats.org/drawingml/2006/main" xmlns:r="http://schemas.openxmlformats.org/officeDocument/2006/relationships" xmlns:p="http://schemas.openxmlformats.org/presentationml/2006/main">
  <p:tag name="SHAPETYPE" val="Logo"/>
</p:tagLst>
</file>

<file path=ppt/tags/tag131.xml><?xml version="1.0" encoding="utf-8"?>
<p:tagLst xmlns:a="http://schemas.openxmlformats.org/drawingml/2006/main" xmlns:r="http://schemas.openxmlformats.org/officeDocument/2006/relationships" xmlns:p="http://schemas.openxmlformats.org/presentationml/2006/main">
  <p:tag name="ECO" val="Hide"/>
</p:tagLst>
</file>

<file path=ppt/tags/tag132.xml><?xml version="1.0" encoding="utf-8"?>
<p:tagLst xmlns:a="http://schemas.openxmlformats.org/drawingml/2006/main" xmlns:r="http://schemas.openxmlformats.org/officeDocument/2006/relationships" xmlns:p="http://schemas.openxmlformats.org/presentationml/2006/main">
  <p:tag name="ECO" val="SHOW"/>
</p:tagLst>
</file>

<file path=ppt/tags/tag133.xml><?xml version="1.0" encoding="utf-8"?>
<p:tagLst xmlns:a="http://schemas.openxmlformats.org/drawingml/2006/main" xmlns:r="http://schemas.openxmlformats.org/officeDocument/2006/relationships" xmlns:p="http://schemas.openxmlformats.org/presentationml/2006/main">
  <p:tag name="SHAPETYPE" val="Status"/>
</p:tagLst>
</file>

<file path=ppt/tags/tag134.xml><?xml version="1.0" encoding="utf-8"?>
<p:tagLst xmlns:a="http://schemas.openxmlformats.org/drawingml/2006/main" xmlns:r="http://schemas.openxmlformats.org/officeDocument/2006/relationships" xmlns:p="http://schemas.openxmlformats.org/presentationml/2006/main">
  <p:tag name="ECO" val="FONT=0,0,0"/>
</p:tagLst>
</file>

<file path=ppt/tags/tag135.xml><?xml version="1.0" encoding="utf-8"?>
<p:tagLst xmlns:a="http://schemas.openxmlformats.org/drawingml/2006/main" xmlns:r="http://schemas.openxmlformats.org/officeDocument/2006/relationships" xmlns:p="http://schemas.openxmlformats.org/presentationml/2006/main">
  <p:tag name="SHAPETYPE" val="Logo"/>
</p:tagLst>
</file>

<file path=ppt/tags/tag136.xml><?xml version="1.0" encoding="utf-8"?>
<p:tagLst xmlns:a="http://schemas.openxmlformats.org/drawingml/2006/main" xmlns:r="http://schemas.openxmlformats.org/officeDocument/2006/relationships" xmlns:p="http://schemas.openxmlformats.org/presentationml/2006/main">
  <p:tag name="SHAPETYPE" val="FootnoteBox"/>
</p:tagLst>
</file>

<file path=ppt/tags/tag137.xml><?xml version="1.0" encoding="utf-8"?>
<p:tagLst xmlns:a="http://schemas.openxmlformats.org/drawingml/2006/main" xmlns:r="http://schemas.openxmlformats.org/officeDocument/2006/relationships" xmlns:p="http://schemas.openxmlformats.org/presentationml/2006/main">
  <p:tag name="SHAPETYPE" val="AgendaTitleFrame"/>
  <p:tag name="HANDLINGCONTENT" val="True"/>
</p:tagLst>
</file>

<file path=ppt/tags/tag138.xml><?xml version="1.0" encoding="utf-8"?>
<p:tagLst xmlns:a="http://schemas.openxmlformats.org/drawingml/2006/main" xmlns:r="http://schemas.openxmlformats.org/officeDocument/2006/relationships" xmlns:p="http://schemas.openxmlformats.org/presentationml/2006/main">
  <p:tag name="SHAPETYPE" val="Status"/>
</p:tagLst>
</file>

<file path=ppt/tags/tag139.xml><?xml version="1.0" encoding="utf-8"?>
<p:tagLst xmlns:a="http://schemas.openxmlformats.org/drawingml/2006/main" xmlns:r="http://schemas.openxmlformats.org/officeDocument/2006/relationships" xmlns:p="http://schemas.openxmlformats.org/presentationml/2006/main">
  <p:tag name="SHAPETYPE" val="Footer"/>
</p:tagLst>
</file>

<file path=ppt/tags/tag140.xml><?xml version="1.0" encoding="utf-8"?>
<p:tagLst xmlns:a="http://schemas.openxmlformats.org/drawingml/2006/main" xmlns:r="http://schemas.openxmlformats.org/officeDocument/2006/relationships" xmlns:p="http://schemas.openxmlformats.org/presentationml/2006/main">
  <p:tag name="SHAPETYPE" val="Logo"/>
</p:tagLst>
</file>

<file path=ppt/tags/tag141.xml><?xml version="1.0" encoding="utf-8"?>
<p:tagLst xmlns:a="http://schemas.openxmlformats.org/drawingml/2006/main" xmlns:r="http://schemas.openxmlformats.org/officeDocument/2006/relationships" xmlns:p="http://schemas.openxmlformats.org/presentationml/2006/main">
  <p:tag name="ECO" val="SHOW"/>
</p:tagLst>
</file>

<file path=ppt/tags/tag142.xml><?xml version="1.0" encoding="utf-8"?>
<p:tagLst xmlns:a="http://schemas.openxmlformats.org/drawingml/2006/main" xmlns:r="http://schemas.openxmlformats.org/officeDocument/2006/relationships" xmlns:p="http://schemas.openxmlformats.org/presentationml/2006/main">
  <p:tag name="ECO" val="FONT=0,0,0"/>
</p:tagLst>
</file>

<file path=ppt/tags/tag143.xml><?xml version="1.0" encoding="utf-8"?>
<p:tagLst xmlns:a="http://schemas.openxmlformats.org/drawingml/2006/main" xmlns:r="http://schemas.openxmlformats.org/officeDocument/2006/relationships" xmlns:p="http://schemas.openxmlformats.org/presentationml/2006/main">
  <p:tag name="ECO" val="FONT=0,0,0"/>
</p:tagLst>
</file>

<file path=ppt/tags/tag144.xml><?xml version="1.0" encoding="utf-8"?>
<p:tagLst xmlns:a="http://schemas.openxmlformats.org/drawingml/2006/main" xmlns:r="http://schemas.openxmlformats.org/officeDocument/2006/relationships" xmlns:p="http://schemas.openxmlformats.org/presentationml/2006/main">
  <p:tag name="SHAPETYPE" val="Status"/>
</p:tagLst>
</file>

<file path=ppt/tags/tag145.xml><?xml version="1.0" encoding="utf-8"?>
<p:tagLst xmlns:a="http://schemas.openxmlformats.org/drawingml/2006/main" xmlns:r="http://schemas.openxmlformats.org/officeDocument/2006/relationships" xmlns:p="http://schemas.openxmlformats.org/presentationml/2006/main">
  <p:tag name="SHAPETYPE" val="Logo"/>
</p:tagLst>
</file>

<file path=ppt/tags/tag146.xml><?xml version="1.0" encoding="utf-8"?>
<p:tagLst xmlns:a="http://schemas.openxmlformats.org/drawingml/2006/main" xmlns:r="http://schemas.openxmlformats.org/officeDocument/2006/relationships" xmlns:p="http://schemas.openxmlformats.org/presentationml/2006/main">
  <p:tag name="ECO" val="Hide"/>
</p:tagLst>
</file>

<file path=ppt/tags/tag147.xml><?xml version="1.0" encoding="utf-8"?>
<p:tagLst xmlns:a="http://schemas.openxmlformats.org/drawingml/2006/main" xmlns:r="http://schemas.openxmlformats.org/officeDocument/2006/relationships" xmlns:p="http://schemas.openxmlformats.org/presentationml/2006/main">
  <p:tag name="SHAPETYPE" val="Status"/>
</p:tagLst>
</file>

<file path=ppt/tags/tag148.xml><?xml version="1.0" encoding="utf-8"?>
<p:tagLst xmlns:a="http://schemas.openxmlformats.org/drawingml/2006/main" xmlns:r="http://schemas.openxmlformats.org/officeDocument/2006/relationships" xmlns:p="http://schemas.openxmlformats.org/presentationml/2006/main">
  <p:tag name="SHAPETYPE" val="LogoFrame"/>
</p:tagLst>
</file>

<file path=ppt/tags/tag149.xml><?xml version="1.0" encoding="utf-8"?>
<p:tagLst xmlns:a="http://schemas.openxmlformats.org/drawingml/2006/main" xmlns:r="http://schemas.openxmlformats.org/officeDocument/2006/relationships" xmlns:p="http://schemas.openxmlformats.org/presentationml/2006/main">
  <p:tag name="SHAPETYPE" val="Logo"/>
</p:tagLst>
</file>

<file path=ppt/tags/tag150.xml><?xml version="1.0" encoding="utf-8"?>
<p:tagLst xmlns:a="http://schemas.openxmlformats.org/drawingml/2006/main" xmlns:r="http://schemas.openxmlformats.org/officeDocument/2006/relationships" xmlns:p="http://schemas.openxmlformats.org/presentationml/2006/main">
  <p:tag name="ECO" val="SHOW"/>
</p:tagLst>
</file>

<file path=ppt/tags/tag151.xml><?xml version="1.0" encoding="utf-8"?>
<p:tagLst xmlns:a="http://schemas.openxmlformats.org/drawingml/2006/main" xmlns:r="http://schemas.openxmlformats.org/officeDocument/2006/relationships" xmlns:p="http://schemas.openxmlformats.org/presentationml/2006/main">
  <p:tag name="ECO" val="FONT=0,0,0"/>
</p:tagLst>
</file>

<file path=ppt/tags/tag152.xml><?xml version="1.0" encoding="utf-8"?>
<p:tagLst xmlns:a="http://schemas.openxmlformats.org/drawingml/2006/main" xmlns:r="http://schemas.openxmlformats.org/officeDocument/2006/relationships" xmlns:p="http://schemas.openxmlformats.org/presentationml/2006/main">
  <p:tag name="SHAPETYPE" val="Status"/>
</p:tagLst>
</file>

<file path=ppt/tags/tag153.xml><?xml version="1.0" encoding="utf-8"?>
<p:tagLst xmlns:a="http://schemas.openxmlformats.org/drawingml/2006/main" xmlns:r="http://schemas.openxmlformats.org/officeDocument/2006/relationships" xmlns:p="http://schemas.openxmlformats.org/presentationml/2006/main">
  <p:tag name="SHAPETYPE" val="Logo"/>
</p:tagLst>
</file>

<file path=ppt/tags/tag154.xml><?xml version="1.0" encoding="utf-8"?>
<p:tagLst xmlns:a="http://schemas.openxmlformats.org/drawingml/2006/main" xmlns:r="http://schemas.openxmlformats.org/officeDocument/2006/relationships" xmlns:p="http://schemas.openxmlformats.org/presentationml/2006/main">
  <p:tag name="ECO" val="Hide"/>
</p:tagLst>
</file>

<file path=ppt/tags/tag155.xml><?xml version="1.0" encoding="utf-8"?>
<p:tagLst xmlns:a="http://schemas.openxmlformats.org/drawingml/2006/main" xmlns:r="http://schemas.openxmlformats.org/officeDocument/2006/relationships" xmlns:p="http://schemas.openxmlformats.org/presentationml/2006/main">
  <p:tag name="ECO" val="SHOW"/>
</p:tagLst>
</file>

<file path=ppt/tags/tag156.xml><?xml version="1.0" encoding="utf-8"?>
<p:tagLst xmlns:a="http://schemas.openxmlformats.org/drawingml/2006/main" xmlns:r="http://schemas.openxmlformats.org/officeDocument/2006/relationships" xmlns:p="http://schemas.openxmlformats.org/presentationml/2006/main">
  <p:tag name="SHAPETYPE" val="Status"/>
</p:tagLst>
</file>

<file path=ppt/tags/tag157.xml><?xml version="1.0" encoding="utf-8"?>
<p:tagLst xmlns:a="http://schemas.openxmlformats.org/drawingml/2006/main" xmlns:r="http://schemas.openxmlformats.org/officeDocument/2006/relationships" xmlns:p="http://schemas.openxmlformats.org/presentationml/2006/main">
  <p:tag name="ECO" val="FONT=0,0,0"/>
</p:tagLst>
</file>

<file path=ppt/tags/tag158.xml><?xml version="1.0" encoding="utf-8"?>
<p:tagLst xmlns:a="http://schemas.openxmlformats.org/drawingml/2006/main" xmlns:r="http://schemas.openxmlformats.org/officeDocument/2006/relationships" xmlns:p="http://schemas.openxmlformats.org/presentationml/2006/main">
  <p:tag name="SHAPETYPE" val="Logo"/>
</p:tagLst>
</file>

<file path=ppt/tags/tag159.xml><?xml version="1.0" encoding="utf-8"?>
<p:tagLst xmlns:a="http://schemas.openxmlformats.org/drawingml/2006/main" xmlns:r="http://schemas.openxmlformats.org/officeDocument/2006/relationships" xmlns:p="http://schemas.openxmlformats.org/presentationml/2006/main">
  <p:tag name="ECO" val="SHOW"/>
</p:tagLst>
</file>

<file path=ppt/tags/tag160.xml><?xml version="1.0" encoding="utf-8"?>
<p:tagLst xmlns:a="http://schemas.openxmlformats.org/drawingml/2006/main" xmlns:r="http://schemas.openxmlformats.org/officeDocument/2006/relationships" xmlns:p="http://schemas.openxmlformats.org/presentationml/2006/main">
  <p:tag name="SHAPETYPE" val="Status"/>
</p:tagLst>
</file>

<file path=ppt/tags/tag161.xml><?xml version="1.0" encoding="utf-8"?>
<p:tagLst xmlns:a="http://schemas.openxmlformats.org/drawingml/2006/main" xmlns:r="http://schemas.openxmlformats.org/officeDocument/2006/relationships" xmlns:p="http://schemas.openxmlformats.org/presentationml/2006/main">
  <p:tag name="SHAPETYPE" val="Logo"/>
</p:tagLst>
</file>

<file path=ppt/tags/tag162.xml><?xml version="1.0" encoding="utf-8"?>
<p:tagLst xmlns:a="http://schemas.openxmlformats.org/drawingml/2006/main" xmlns:r="http://schemas.openxmlformats.org/officeDocument/2006/relationships" xmlns:p="http://schemas.openxmlformats.org/presentationml/2006/main">
  <p:tag name="ECO" val="SHOW"/>
</p:tagLst>
</file>

<file path=ppt/tags/tag163.xml><?xml version="1.0" encoding="utf-8"?>
<p:tagLst xmlns:a="http://schemas.openxmlformats.org/drawingml/2006/main" xmlns:r="http://schemas.openxmlformats.org/officeDocument/2006/relationships" xmlns:p="http://schemas.openxmlformats.org/presentationml/2006/main">
  <p:tag name="ECO" val="HIDE"/>
</p:tagLst>
</file>

<file path=ppt/tags/tag164.xml><?xml version="1.0" encoding="utf-8"?>
<p:tagLst xmlns:a="http://schemas.openxmlformats.org/drawingml/2006/main" xmlns:r="http://schemas.openxmlformats.org/officeDocument/2006/relationships" xmlns:p="http://schemas.openxmlformats.org/presentationml/2006/main">
  <p:tag name="SHAPETYPE" val="LogoFrame"/>
</p:tagLst>
</file>

<file path=ppt/tags/tag165.xml><?xml version="1.0" encoding="utf-8"?>
<p:tagLst xmlns:a="http://schemas.openxmlformats.org/drawingml/2006/main" xmlns:r="http://schemas.openxmlformats.org/officeDocument/2006/relationships" xmlns:p="http://schemas.openxmlformats.org/presentationml/2006/main">
  <p:tag name="SHAPETYPE" val="Status"/>
</p:tagLst>
</file>

<file path=ppt/tags/tag166.xml><?xml version="1.0" encoding="utf-8"?>
<p:tagLst xmlns:a="http://schemas.openxmlformats.org/drawingml/2006/main" xmlns:r="http://schemas.openxmlformats.org/officeDocument/2006/relationships" xmlns:p="http://schemas.openxmlformats.org/presentationml/2006/main">
  <p:tag name="SHAPETYPE" val="Logo"/>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SHAPETYPE" val="FootnoteBox"/>
</p:tagLst>
</file>

<file path=ppt/tags/tag169.xml><?xml version="1.0" encoding="utf-8"?>
<p:tagLst xmlns:a="http://schemas.openxmlformats.org/drawingml/2006/main" xmlns:r="http://schemas.openxmlformats.org/officeDocument/2006/relationships" xmlns:p="http://schemas.openxmlformats.org/presentationml/2006/main">
  <p:tag name="SHAPETYPE" val="AgendaTitleFrame"/>
  <p:tag name="HANDLINGCONTENT" val="True"/>
</p:tagLst>
</file>

<file path=ppt/tags/tag170.xml><?xml version="1.0" encoding="utf-8"?>
<p:tagLst xmlns:a="http://schemas.openxmlformats.org/drawingml/2006/main" xmlns:r="http://schemas.openxmlformats.org/officeDocument/2006/relationships" xmlns:p="http://schemas.openxmlformats.org/presentationml/2006/main">
  <p:tag name="SHAPETYPE" val="Footer"/>
</p:tagLst>
</file>

<file path=ppt/tags/tag171.xml><?xml version="1.0" encoding="utf-8"?>
<p:tagLst xmlns:a="http://schemas.openxmlformats.org/drawingml/2006/main" xmlns:r="http://schemas.openxmlformats.org/officeDocument/2006/relationships" xmlns:p="http://schemas.openxmlformats.org/presentationml/2006/main">
  <p:tag name="SHAPETYPE" val="Logo"/>
</p:tagLst>
</file>

<file path=ppt/tags/tag172.xml><?xml version="1.0" encoding="utf-8"?>
<p:tagLst xmlns:a="http://schemas.openxmlformats.org/drawingml/2006/main" xmlns:r="http://schemas.openxmlformats.org/officeDocument/2006/relationships" xmlns:p="http://schemas.openxmlformats.org/presentationml/2006/main">
  <p:tag name="ECO" val="SHOW"/>
</p:tagLst>
</file>

<file path=ppt/tags/tag173.xml><?xml version="1.0" encoding="utf-8"?>
<p:tagLst xmlns:a="http://schemas.openxmlformats.org/drawingml/2006/main" xmlns:r="http://schemas.openxmlformats.org/officeDocument/2006/relationships" xmlns:p="http://schemas.openxmlformats.org/presentationml/2006/main">
  <p:tag name="ECO" val="FONT=0,0,0"/>
</p:tagLst>
</file>

<file path=ppt/tags/tag174.xml><?xml version="1.0" encoding="utf-8"?>
<p:tagLst xmlns:a="http://schemas.openxmlformats.org/drawingml/2006/main" xmlns:r="http://schemas.openxmlformats.org/officeDocument/2006/relationships" xmlns:p="http://schemas.openxmlformats.org/presentationml/2006/main">
  <p:tag name="ECO" val="FONT=0,0,0"/>
</p:tagLst>
</file>

<file path=ppt/tags/tag175.xml><?xml version="1.0" encoding="utf-8"?>
<p:tagLst xmlns:a="http://schemas.openxmlformats.org/drawingml/2006/main" xmlns:r="http://schemas.openxmlformats.org/officeDocument/2006/relationships" xmlns:p="http://schemas.openxmlformats.org/presentationml/2006/main">
  <p:tag name="SHAPETYPE" val="Status"/>
</p:tagLst>
</file>

<file path=ppt/tags/tag176.xml><?xml version="1.0" encoding="utf-8"?>
<p:tagLst xmlns:a="http://schemas.openxmlformats.org/drawingml/2006/main" xmlns:r="http://schemas.openxmlformats.org/officeDocument/2006/relationships" xmlns:p="http://schemas.openxmlformats.org/presentationml/2006/main">
  <p:tag name="SHAPETYPE" val="Logo"/>
</p:tagLst>
</file>

<file path=ppt/tags/tag177.xml><?xml version="1.0" encoding="utf-8"?>
<p:tagLst xmlns:a="http://schemas.openxmlformats.org/drawingml/2006/main" xmlns:r="http://schemas.openxmlformats.org/officeDocument/2006/relationships" xmlns:p="http://schemas.openxmlformats.org/presentationml/2006/main">
  <p:tag name="ECO" val="SHOW"/>
</p:tagLst>
</file>

<file path=ppt/tags/tag178.xml><?xml version="1.0" encoding="utf-8"?>
<p:tagLst xmlns:a="http://schemas.openxmlformats.org/drawingml/2006/main" xmlns:r="http://schemas.openxmlformats.org/officeDocument/2006/relationships" xmlns:p="http://schemas.openxmlformats.org/presentationml/2006/main">
  <p:tag name="ECO" val="FONT=0,0,0"/>
</p:tagLst>
</file>

<file path=ppt/tags/tag179.xml><?xml version="1.0" encoding="utf-8"?>
<p:tagLst xmlns:a="http://schemas.openxmlformats.org/drawingml/2006/main" xmlns:r="http://schemas.openxmlformats.org/officeDocument/2006/relationships" xmlns:p="http://schemas.openxmlformats.org/presentationml/2006/main">
  <p:tag name="ECO" val="FONT=0,0,0"/>
</p:tagLst>
</file>

<file path=ppt/tags/tag180.xml><?xml version="1.0" encoding="utf-8"?>
<p:tagLst xmlns:a="http://schemas.openxmlformats.org/drawingml/2006/main" xmlns:r="http://schemas.openxmlformats.org/officeDocument/2006/relationships" xmlns:p="http://schemas.openxmlformats.org/presentationml/2006/main">
  <p:tag name="SHAPETYPE" val="Status"/>
</p:tagLst>
</file>

<file path=ppt/tags/tag181.xml><?xml version="1.0" encoding="utf-8"?>
<p:tagLst xmlns:a="http://schemas.openxmlformats.org/drawingml/2006/main" xmlns:r="http://schemas.openxmlformats.org/officeDocument/2006/relationships" xmlns:p="http://schemas.openxmlformats.org/presentationml/2006/main">
  <p:tag name="SHAPETYPE" val="Logo"/>
</p:tagLst>
</file>

<file path=ppt/tags/tag182.xml><?xml version="1.0" encoding="utf-8"?>
<p:tagLst xmlns:a="http://schemas.openxmlformats.org/drawingml/2006/main" xmlns:r="http://schemas.openxmlformats.org/officeDocument/2006/relationships" xmlns:p="http://schemas.openxmlformats.org/presentationml/2006/main">
  <p:tag name="ECO" val="Hide"/>
</p:tagLst>
</file>

<file path=ppt/tags/tag183.xml><?xml version="1.0" encoding="utf-8"?>
<p:tagLst xmlns:a="http://schemas.openxmlformats.org/drawingml/2006/main" xmlns:r="http://schemas.openxmlformats.org/officeDocument/2006/relationships" xmlns:p="http://schemas.openxmlformats.org/presentationml/2006/main">
  <p:tag name="SHAPETYPE" val="Status"/>
</p:tagLst>
</file>

<file path=ppt/tags/tag184.xml><?xml version="1.0" encoding="utf-8"?>
<p:tagLst xmlns:a="http://schemas.openxmlformats.org/drawingml/2006/main" xmlns:r="http://schemas.openxmlformats.org/officeDocument/2006/relationships" xmlns:p="http://schemas.openxmlformats.org/presentationml/2006/main">
  <p:tag name="SHAPETYPE" val="LogoFrame"/>
</p:tagLst>
</file>

<file path=ppt/tags/tag185.xml><?xml version="1.0" encoding="utf-8"?>
<p:tagLst xmlns:a="http://schemas.openxmlformats.org/drawingml/2006/main" xmlns:r="http://schemas.openxmlformats.org/officeDocument/2006/relationships" xmlns:p="http://schemas.openxmlformats.org/presentationml/2006/main">
  <p:tag name="SHAPETYPE" val="Logo"/>
</p:tagLst>
</file>

<file path=ppt/tags/tag186.xml><?xml version="1.0" encoding="utf-8"?>
<p:tagLst xmlns:a="http://schemas.openxmlformats.org/drawingml/2006/main" xmlns:r="http://schemas.openxmlformats.org/officeDocument/2006/relationships" xmlns:p="http://schemas.openxmlformats.org/presentationml/2006/main">
  <p:tag name="ECO" val="SHOW"/>
</p:tagLst>
</file>

<file path=ppt/tags/tag187.xml><?xml version="1.0" encoding="utf-8"?>
<p:tagLst xmlns:a="http://schemas.openxmlformats.org/drawingml/2006/main" xmlns:r="http://schemas.openxmlformats.org/officeDocument/2006/relationships" xmlns:p="http://schemas.openxmlformats.org/presentationml/2006/main">
  <p:tag name="ECO" val="FONT=0,0,0"/>
</p:tagLst>
</file>

<file path=ppt/tags/tag188.xml><?xml version="1.0" encoding="utf-8"?>
<p:tagLst xmlns:a="http://schemas.openxmlformats.org/drawingml/2006/main" xmlns:r="http://schemas.openxmlformats.org/officeDocument/2006/relationships" xmlns:p="http://schemas.openxmlformats.org/presentationml/2006/main">
  <p:tag name="SHAPETYPE" val="Status"/>
</p:tagLst>
</file>

<file path=ppt/tags/tag189.xml><?xml version="1.0" encoding="utf-8"?>
<p:tagLst xmlns:a="http://schemas.openxmlformats.org/drawingml/2006/main" xmlns:r="http://schemas.openxmlformats.org/officeDocument/2006/relationships" xmlns:p="http://schemas.openxmlformats.org/presentationml/2006/main">
  <p:tag name="SHAPETYPE" val="Logo"/>
</p:tagLst>
</file>

<file path=ppt/tags/tag190.xml><?xml version="1.0" encoding="utf-8"?>
<p:tagLst xmlns:a="http://schemas.openxmlformats.org/drawingml/2006/main" xmlns:r="http://schemas.openxmlformats.org/officeDocument/2006/relationships" xmlns:p="http://schemas.openxmlformats.org/presentationml/2006/main">
  <p:tag name="ECO" val="Hide"/>
</p:tagLst>
</file>

<file path=ppt/tags/tag191.xml><?xml version="1.0" encoding="utf-8"?>
<p:tagLst xmlns:a="http://schemas.openxmlformats.org/drawingml/2006/main" xmlns:r="http://schemas.openxmlformats.org/officeDocument/2006/relationships" xmlns:p="http://schemas.openxmlformats.org/presentationml/2006/main">
  <p:tag name="ECO" val="SHOW"/>
</p:tagLst>
</file>

<file path=ppt/tags/tag192.xml><?xml version="1.0" encoding="utf-8"?>
<p:tagLst xmlns:a="http://schemas.openxmlformats.org/drawingml/2006/main" xmlns:r="http://schemas.openxmlformats.org/officeDocument/2006/relationships" xmlns:p="http://schemas.openxmlformats.org/presentationml/2006/main">
  <p:tag name="SHAPETYPE" val="Status"/>
</p:tagLst>
</file>

<file path=ppt/tags/tag193.xml><?xml version="1.0" encoding="utf-8"?>
<p:tagLst xmlns:a="http://schemas.openxmlformats.org/drawingml/2006/main" xmlns:r="http://schemas.openxmlformats.org/officeDocument/2006/relationships" xmlns:p="http://schemas.openxmlformats.org/presentationml/2006/main">
  <p:tag name="ECO" val="FONT=0,0,0"/>
</p:tagLst>
</file>

<file path=ppt/tags/tag194.xml><?xml version="1.0" encoding="utf-8"?>
<p:tagLst xmlns:a="http://schemas.openxmlformats.org/drawingml/2006/main" xmlns:r="http://schemas.openxmlformats.org/officeDocument/2006/relationships" xmlns:p="http://schemas.openxmlformats.org/presentationml/2006/main">
  <p:tag name="SHAPETYPE" val="Logo"/>
</p:tagLst>
</file>

<file path=ppt/tags/tag195.xml><?xml version="1.0" encoding="utf-8"?>
<p:tagLst xmlns:a="http://schemas.openxmlformats.org/drawingml/2006/main" xmlns:r="http://schemas.openxmlformats.org/officeDocument/2006/relationships" xmlns:p="http://schemas.openxmlformats.org/presentationml/2006/main">
  <p:tag name="ECO" val="Hide"/>
</p:tagLst>
</file>

<file path=ppt/tags/tag196.xml><?xml version="1.0" encoding="utf-8"?>
<p:tagLst xmlns:a="http://schemas.openxmlformats.org/drawingml/2006/main" xmlns:r="http://schemas.openxmlformats.org/officeDocument/2006/relationships" xmlns:p="http://schemas.openxmlformats.org/presentationml/2006/main">
  <p:tag name="SHAPETYPE" val="Status"/>
</p:tagLst>
</file>

<file path=ppt/tags/tag197.xml><?xml version="1.0" encoding="utf-8"?>
<p:tagLst xmlns:a="http://schemas.openxmlformats.org/drawingml/2006/main" xmlns:r="http://schemas.openxmlformats.org/officeDocument/2006/relationships" xmlns:p="http://schemas.openxmlformats.org/presentationml/2006/main">
  <p:tag name="SHAPETYPE" val="LogoFrame"/>
</p:tagLst>
</file>

<file path=ppt/tags/tag198.xml><?xml version="1.0" encoding="utf-8"?>
<p:tagLst xmlns:a="http://schemas.openxmlformats.org/drawingml/2006/main" xmlns:r="http://schemas.openxmlformats.org/officeDocument/2006/relationships" xmlns:p="http://schemas.openxmlformats.org/presentationml/2006/main">
  <p:tag name="SHAPETYPE" val="Logo"/>
</p:tagLst>
</file>

<file path=ppt/tags/tag199.xml><?xml version="1.0" encoding="utf-8"?>
<p:tagLst xmlns:a="http://schemas.openxmlformats.org/drawingml/2006/main" xmlns:r="http://schemas.openxmlformats.org/officeDocument/2006/relationships" xmlns:p="http://schemas.openxmlformats.org/presentationml/2006/main">
  <p:tag name="ECO" val="SHOW"/>
</p:tagLst>
</file>

<file path=ppt/tags/tag200.xml><?xml version="1.0" encoding="utf-8"?>
<p:tagLst xmlns:a="http://schemas.openxmlformats.org/drawingml/2006/main" xmlns:r="http://schemas.openxmlformats.org/officeDocument/2006/relationships" xmlns:p="http://schemas.openxmlformats.org/presentationml/2006/main">
  <p:tag name="ECO" val="FONT=0,0,0"/>
</p:tagLst>
</file>

<file path=ppt/tags/tag201.xml><?xml version="1.0" encoding="utf-8"?>
<p:tagLst xmlns:a="http://schemas.openxmlformats.org/drawingml/2006/main" xmlns:r="http://schemas.openxmlformats.org/officeDocument/2006/relationships" xmlns:p="http://schemas.openxmlformats.org/presentationml/2006/main">
  <p:tag name="SHAPETYPE" val="Status"/>
</p:tagLst>
</file>

<file path=ppt/tags/tag202.xml><?xml version="1.0" encoding="utf-8"?>
<p:tagLst xmlns:a="http://schemas.openxmlformats.org/drawingml/2006/main" xmlns:r="http://schemas.openxmlformats.org/officeDocument/2006/relationships" xmlns:p="http://schemas.openxmlformats.org/presentationml/2006/main">
  <p:tag name="SHAPETYPE" val="Logo"/>
</p:tagLst>
</file>

<file path=ppt/tags/tag203.xml><?xml version="1.0" encoding="utf-8"?>
<p:tagLst xmlns:a="http://schemas.openxmlformats.org/drawingml/2006/main" xmlns:r="http://schemas.openxmlformats.org/officeDocument/2006/relationships" xmlns:p="http://schemas.openxmlformats.org/presentationml/2006/main">
  <p:tag name="ECO" val="Hide"/>
</p:tagLst>
</file>

<file path=ppt/tags/tag204.xml><?xml version="1.0" encoding="utf-8"?>
<p:tagLst xmlns:a="http://schemas.openxmlformats.org/drawingml/2006/main" xmlns:r="http://schemas.openxmlformats.org/officeDocument/2006/relationships" xmlns:p="http://schemas.openxmlformats.org/presentationml/2006/main">
  <p:tag name="ECO" val="SHOW"/>
</p:tagLst>
</file>

<file path=ppt/tags/tag205.xml><?xml version="1.0" encoding="utf-8"?>
<p:tagLst xmlns:a="http://schemas.openxmlformats.org/drawingml/2006/main" xmlns:r="http://schemas.openxmlformats.org/officeDocument/2006/relationships" xmlns:p="http://schemas.openxmlformats.org/presentationml/2006/main">
  <p:tag name="SHAPETYPE" val="Status"/>
</p:tagLst>
</file>

<file path=ppt/tags/tag206.xml><?xml version="1.0" encoding="utf-8"?>
<p:tagLst xmlns:a="http://schemas.openxmlformats.org/drawingml/2006/main" xmlns:r="http://schemas.openxmlformats.org/officeDocument/2006/relationships" xmlns:p="http://schemas.openxmlformats.org/presentationml/2006/main">
  <p:tag name="ECO" val="FONT=0,0,0"/>
</p:tagLst>
</file>

<file path=ppt/tags/tag207.xml><?xml version="1.0" encoding="utf-8"?>
<p:tagLst xmlns:a="http://schemas.openxmlformats.org/drawingml/2006/main" xmlns:r="http://schemas.openxmlformats.org/officeDocument/2006/relationships" xmlns:p="http://schemas.openxmlformats.org/presentationml/2006/main">
  <p:tag name="SHAPETYPE" val="Logo"/>
</p:tagLst>
</file>

<file path=ppt/tags/tag208.xml><?xml version="1.0" encoding="utf-8"?>
<p:tagLst xmlns:a="http://schemas.openxmlformats.org/drawingml/2006/main" xmlns:r="http://schemas.openxmlformats.org/officeDocument/2006/relationships" xmlns:p="http://schemas.openxmlformats.org/presentationml/2006/main">
  <p:tag name="ECO" val="SHOW"/>
</p:tagLst>
</file>

<file path=ppt/tags/tag209.xml><?xml version="1.0" encoding="utf-8"?>
<p:tagLst xmlns:a="http://schemas.openxmlformats.org/drawingml/2006/main" xmlns:r="http://schemas.openxmlformats.org/officeDocument/2006/relationships" xmlns:p="http://schemas.openxmlformats.org/presentationml/2006/main">
  <p:tag name="ECO" val="HIDE"/>
</p:tagLst>
</file>

<file path=ppt/tags/tag210.xml><?xml version="1.0" encoding="utf-8"?>
<p:tagLst xmlns:a="http://schemas.openxmlformats.org/drawingml/2006/main" xmlns:r="http://schemas.openxmlformats.org/officeDocument/2006/relationships" xmlns:p="http://schemas.openxmlformats.org/presentationml/2006/main">
  <p:tag name="SHAPETYPE" val="LogoFrame"/>
</p:tagLst>
</file>

<file path=ppt/tags/tag211.xml><?xml version="1.0" encoding="utf-8"?>
<p:tagLst xmlns:a="http://schemas.openxmlformats.org/drawingml/2006/main" xmlns:r="http://schemas.openxmlformats.org/officeDocument/2006/relationships" xmlns:p="http://schemas.openxmlformats.org/presentationml/2006/main">
  <p:tag name="SHAPETYPE" val="Status"/>
</p:tagLst>
</file>

<file path=ppt/tags/tag212.xml><?xml version="1.0" encoding="utf-8"?>
<p:tagLst xmlns:a="http://schemas.openxmlformats.org/drawingml/2006/main" xmlns:r="http://schemas.openxmlformats.org/officeDocument/2006/relationships" xmlns:p="http://schemas.openxmlformats.org/presentationml/2006/main">
  <p:tag name="SHAPETYPE" val="Logo"/>
</p:tagLst>
</file>

<file path=ppt/tags/tag213.xml><?xml version="1.0" encoding="utf-8"?>
<p:tagLst xmlns:a="http://schemas.openxmlformats.org/drawingml/2006/main" xmlns:r="http://schemas.openxmlformats.org/officeDocument/2006/relationships" xmlns:p="http://schemas.openxmlformats.org/presentationml/2006/main">
  <p:tag name="ECO" val="SHOW"/>
</p:tagLst>
</file>

<file path=ppt/tags/tag214.xml><?xml version="1.0" encoding="utf-8"?>
<p:tagLst xmlns:a="http://schemas.openxmlformats.org/drawingml/2006/main" xmlns:r="http://schemas.openxmlformats.org/officeDocument/2006/relationships" xmlns:p="http://schemas.openxmlformats.org/presentationml/2006/main">
  <p:tag name="ECO" val="HIDE"/>
</p:tagLst>
</file>

<file path=ppt/tags/tag215.xml><?xml version="1.0" encoding="utf-8"?>
<p:tagLst xmlns:a="http://schemas.openxmlformats.org/drawingml/2006/main" xmlns:r="http://schemas.openxmlformats.org/officeDocument/2006/relationships" xmlns:p="http://schemas.openxmlformats.org/presentationml/2006/main">
  <p:tag name="SHAPETYPE" val="LogoFrame"/>
</p:tagLst>
</file>

<file path=ppt/tags/tag216.xml><?xml version="1.0" encoding="utf-8"?>
<p:tagLst xmlns:a="http://schemas.openxmlformats.org/drawingml/2006/main" xmlns:r="http://schemas.openxmlformats.org/officeDocument/2006/relationships" xmlns:p="http://schemas.openxmlformats.org/presentationml/2006/main">
  <p:tag name="SHAPETYPE" val="Status"/>
</p:tagLst>
</file>

<file path=ppt/tags/tag217.xml><?xml version="1.0" encoding="utf-8"?>
<p:tagLst xmlns:a="http://schemas.openxmlformats.org/drawingml/2006/main" xmlns:r="http://schemas.openxmlformats.org/officeDocument/2006/relationships" xmlns:p="http://schemas.openxmlformats.org/presentationml/2006/main">
  <p:tag name="SHAPETYPE" val="Logo"/>
</p:tagLst>
</file>

<file path=ppt/tags/tag218.xml><?xml version="1.0" encoding="utf-8"?>
<p:tagLst xmlns:a="http://schemas.openxmlformats.org/drawingml/2006/main" xmlns:r="http://schemas.openxmlformats.org/officeDocument/2006/relationships" xmlns:p="http://schemas.openxmlformats.org/presentationml/2006/main">
  <p:tag name="SHAPETYPE" val="FootnoteBox"/>
</p:tagLst>
</file>

<file path=ppt/tags/tag219.xml><?xml version="1.0" encoding="utf-8"?>
<p:tagLst xmlns:a="http://schemas.openxmlformats.org/drawingml/2006/main" xmlns:r="http://schemas.openxmlformats.org/officeDocument/2006/relationships" xmlns:p="http://schemas.openxmlformats.org/presentationml/2006/main">
  <p:tag name="SHAPETYPE" val="AgendaTitleFrame"/>
  <p:tag name="HANDLINGCONTENT" val="True"/>
</p:tagLst>
</file>

<file path=ppt/tags/tag220.xml><?xml version="1.0" encoding="utf-8"?>
<p:tagLst xmlns:a="http://schemas.openxmlformats.org/drawingml/2006/main" xmlns:r="http://schemas.openxmlformats.org/officeDocument/2006/relationships" xmlns:p="http://schemas.openxmlformats.org/presentationml/2006/main">
  <p:tag name="SHAPETYPE" val="Status"/>
</p:tagLst>
</file>

<file path=ppt/tags/tag221.xml><?xml version="1.0" encoding="utf-8"?>
<p:tagLst xmlns:a="http://schemas.openxmlformats.org/drawingml/2006/main" xmlns:r="http://schemas.openxmlformats.org/officeDocument/2006/relationships" xmlns:p="http://schemas.openxmlformats.org/presentationml/2006/main">
  <p:tag name="SHAPETYPE" val="Footer"/>
</p:tagLst>
</file>

<file path=ppt/tags/tag222.xml><?xml version="1.0" encoding="utf-8"?>
<p:tagLst xmlns:a="http://schemas.openxmlformats.org/drawingml/2006/main" xmlns:r="http://schemas.openxmlformats.org/officeDocument/2006/relationships" xmlns:p="http://schemas.openxmlformats.org/presentationml/2006/main">
  <p:tag name="SHAPETYPE" val="Logo"/>
</p:tagLst>
</file>

<file path=ppt/tags/tag223.xml><?xml version="1.0" encoding="utf-8"?>
<p:tagLst xmlns:a="http://schemas.openxmlformats.org/drawingml/2006/main" xmlns:r="http://schemas.openxmlformats.org/officeDocument/2006/relationships" xmlns:p="http://schemas.openxmlformats.org/presentationml/2006/main">
  <p:tag name="ECO" val="SHOW"/>
</p:tagLst>
</file>

<file path=ppt/tags/tag224.xml><?xml version="1.0" encoding="utf-8"?>
<p:tagLst xmlns:a="http://schemas.openxmlformats.org/drawingml/2006/main" xmlns:r="http://schemas.openxmlformats.org/officeDocument/2006/relationships" xmlns:p="http://schemas.openxmlformats.org/presentationml/2006/main">
  <p:tag name="ECO" val="FONT=0,0,0"/>
</p:tagLst>
</file>

<file path=ppt/tags/tag225.xml><?xml version="1.0" encoding="utf-8"?>
<p:tagLst xmlns:a="http://schemas.openxmlformats.org/drawingml/2006/main" xmlns:r="http://schemas.openxmlformats.org/officeDocument/2006/relationships" xmlns:p="http://schemas.openxmlformats.org/presentationml/2006/main">
  <p:tag name="ECO" val="FONT=0,0,0"/>
</p:tagLst>
</file>

<file path=ppt/tags/tag226.xml><?xml version="1.0" encoding="utf-8"?>
<p:tagLst xmlns:a="http://schemas.openxmlformats.org/drawingml/2006/main" xmlns:r="http://schemas.openxmlformats.org/officeDocument/2006/relationships" xmlns:p="http://schemas.openxmlformats.org/presentationml/2006/main">
  <p:tag name="SHAPETYPE" val="Status"/>
</p:tagLst>
</file>

<file path=ppt/tags/tag227.xml><?xml version="1.0" encoding="utf-8"?>
<p:tagLst xmlns:a="http://schemas.openxmlformats.org/drawingml/2006/main" xmlns:r="http://schemas.openxmlformats.org/officeDocument/2006/relationships" xmlns:p="http://schemas.openxmlformats.org/presentationml/2006/main">
  <p:tag name="SHAPETYPE" val="Logo"/>
</p:tagLst>
</file>

<file path=ppt/tags/tag228.xml><?xml version="1.0" encoding="utf-8"?>
<p:tagLst xmlns:a="http://schemas.openxmlformats.org/drawingml/2006/main" xmlns:r="http://schemas.openxmlformats.org/officeDocument/2006/relationships" xmlns:p="http://schemas.openxmlformats.org/presentationml/2006/main">
  <p:tag name="ECO" val="Hide"/>
</p:tagLst>
</file>

<file path=ppt/tags/tag229.xml><?xml version="1.0" encoding="utf-8"?>
<p:tagLst xmlns:a="http://schemas.openxmlformats.org/drawingml/2006/main" xmlns:r="http://schemas.openxmlformats.org/officeDocument/2006/relationships" xmlns:p="http://schemas.openxmlformats.org/presentationml/2006/main">
  <p:tag name="SHAPETYPE" val="Status"/>
</p:tagLst>
</file>

<file path=ppt/tags/tag230.xml><?xml version="1.0" encoding="utf-8"?>
<p:tagLst xmlns:a="http://schemas.openxmlformats.org/drawingml/2006/main" xmlns:r="http://schemas.openxmlformats.org/officeDocument/2006/relationships" xmlns:p="http://schemas.openxmlformats.org/presentationml/2006/main">
  <p:tag name="SHAPETYPE" val="LogoFrame"/>
</p:tagLst>
</file>

<file path=ppt/tags/tag231.xml><?xml version="1.0" encoding="utf-8"?>
<p:tagLst xmlns:a="http://schemas.openxmlformats.org/drawingml/2006/main" xmlns:r="http://schemas.openxmlformats.org/officeDocument/2006/relationships" xmlns:p="http://schemas.openxmlformats.org/presentationml/2006/main">
  <p:tag name="SHAPETYPE" val="Logo"/>
</p:tagLst>
</file>

<file path=ppt/tags/tag232.xml><?xml version="1.0" encoding="utf-8"?>
<p:tagLst xmlns:a="http://schemas.openxmlformats.org/drawingml/2006/main" xmlns:r="http://schemas.openxmlformats.org/officeDocument/2006/relationships" xmlns:p="http://schemas.openxmlformats.org/presentationml/2006/main">
  <p:tag name="ECO" val="SHOW"/>
</p:tagLst>
</file>

<file path=ppt/tags/tag233.xml><?xml version="1.0" encoding="utf-8"?>
<p:tagLst xmlns:a="http://schemas.openxmlformats.org/drawingml/2006/main" xmlns:r="http://schemas.openxmlformats.org/officeDocument/2006/relationships" xmlns:p="http://schemas.openxmlformats.org/presentationml/2006/main">
  <p:tag name="ECO" val="FONT=0,0,0"/>
</p:tagLst>
</file>

<file path=ppt/tags/tag234.xml><?xml version="1.0" encoding="utf-8"?>
<p:tagLst xmlns:a="http://schemas.openxmlformats.org/drawingml/2006/main" xmlns:r="http://schemas.openxmlformats.org/officeDocument/2006/relationships" xmlns:p="http://schemas.openxmlformats.org/presentationml/2006/main">
  <p:tag name="SHAPETYPE" val="Status"/>
</p:tagLst>
</file>

<file path=ppt/tags/tag235.xml><?xml version="1.0" encoding="utf-8"?>
<p:tagLst xmlns:a="http://schemas.openxmlformats.org/drawingml/2006/main" xmlns:r="http://schemas.openxmlformats.org/officeDocument/2006/relationships" xmlns:p="http://schemas.openxmlformats.org/presentationml/2006/main">
  <p:tag name="SHAPETYPE" val="Logo"/>
</p:tagLst>
</file>

<file path=ppt/tags/tag236.xml><?xml version="1.0" encoding="utf-8"?>
<p:tagLst xmlns:a="http://schemas.openxmlformats.org/drawingml/2006/main" xmlns:r="http://schemas.openxmlformats.org/officeDocument/2006/relationships" xmlns:p="http://schemas.openxmlformats.org/presentationml/2006/main">
  <p:tag name="ECO" val="Hide"/>
</p:tagLst>
</file>

<file path=ppt/tags/tag237.xml><?xml version="1.0" encoding="utf-8"?>
<p:tagLst xmlns:a="http://schemas.openxmlformats.org/drawingml/2006/main" xmlns:r="http://schemas.openxmlformats.org/officeDocument/2006/relationships" xmlns:p="http://schemas.openxmlformats.org/presentationml/2006/main">
  <p:tag name="ECO" val="SHOW"/>
</p:tagLst>
</file>

<file path=ppt/tags/tag238.xml><?xml version="1.0" encoding="utf-8"?>
<p:tagLst xmlns:a="http://schemas.openxmlformats.org/drawingml/2006/main" xmlns:r="http://schemas.openxmlformats.org/officeDocument/2006/relationships" xmlns:p="http://schemas.openxmlformats.org/presentationml/2006/main">
  <p:tag name="SHAPETYPE" val="Status"/>
</p:tagLst>
</file>

<file path=ppt/tags/tag239.xml><?xml version="1.0" encoding="utf-8"?>
<p:tagLst xmlns:a="http://schemas.openxmlformats.org/drawingml/2006/main" xmlns:r="http://schemas.openxmlformats.org/officeDocument/2006/relationships" xmlns:p="http://schemas.openxmlformats.org/presentationml/2006/main">
  <p:tag name="ECO" val="FONT=0,0,0"/>
</p:tagLst>
</file>

<file path=ppt/tags/tag240.xml><?xml version="1.0" encoding="utf-8"?>
<p:tagLst xmlns:a="http://schemas.openxmlformats.org/drawingml/2006/main" xmlns:r="http://schemas.openxmlformats.org/officeDocument/2006/relationships" xmlns:p="http://schemas.openxmlformats.org/presentationml/2006/main">
  <p:tag name="SHAPETYPE" val="Logo"/>
</p:tagLst>
</file>

<file path=ppt/tags/tag241.xml><?xml version="1.0" encoding="utf-8"?>
<p:tagLst xmlns:a="http://schemas.openxmlformats.org/drawingml/2006/main" xmlns:r="http://schemas.openxmlformats.org/officeDocument/2006/relationships" xmlns:p="http://schemas.openxmlformats.org/presentationml/2006/main">
  <p:tag name="ECO" val="SHOW"/>
</p:tagLst>
</file>

<file path=ppt/tags/tag242.xml><?xml version="1.0" encoding="utf-8"?>
<p:tagLst xmlns:a="http://schemas.openxmlformats.org/drawingml/2006/main" xmlns:r="http://schemas.openxmlformats.org/officeDocument/2006/relationships" xmlns:p="http://schemas.openxmlformats.org/presentationml/2006/main">
  <p:tag name="SHAPETYPE" val="Status"/>
</p:tagLst>
</file>

<file path=ppt/tags/tag243.xml><?xml version="1.0" encoding="utf-8"?>
<p:tagLst xmlns:a="http://schemas.openxmlformats.org/drawingml/2006/main" xmlns:r="http://schemas.openxmlformats.org/officeDocument/2006/relationships" xmlns:p="http://schemas.openxmlformats.org/presentationml/2006/main">
  <p:tag name="SHAPETYPE" val="Logo"/>
</p:tagLst>
</file>

<file path=ppt/tags/tag244.xml><?xml version="1.0" encoding="utf-8"?>
<p:tagLst xmlns:a="http://schemas.openxmlformats.org/drawingml/2006/main" xmlns:r="http://schemas.openxmlformats.org/officeDocument/2006/relationships" xmlns:p="http://schemas.openxmlformats.org/presentationml/2006/main">
  <p:tag name="ECO" val="SHOW"/>
</p:tagLst>
</file>

<file path=ppt/tags/tag245.xml><?xml version="1.0" encoding="utf-8"?>
<p:tagLst xmlns:a="http://schemas.openxmlformats.org/drawingml/2006/main" xmlns:r="http://schemas.openxmlformats.org/officeDocument/2006/relationships" xmlns:p="http://schemas.openxmlformats.org/presentationml/2006/main">
  <p:tag name="ECO" val="HIDE"/>
</p:tagLst>
</file>

<file path=ppt/tags/tag246.xml><?xml version="1.0" encoding="utf-8"?>
<p:tagLst xmlns:a="http://schemas.openxmlformats.org/drawingml/2006/main" xmlns:r="http://schemas.openxmlformats.org/officeDocument/2006/relationships" xmlns:p="http://schemas.openxmlformats.org/presentationml/2006/main">
  <p:tag name="SHAPETYPE" val="LogoFrame"/>
</p:tagLst>
</file>

<file path=ppt/tags/tag247.xml><?xml version="1.0" encoding="utf-8"?>
<p:tagLst xmlns:a="http://schemas.openxmlformats.org/drawingml/2006/main" xmlns:r="http://schemas.openxmlformats.org/officeDocument/2006/relationships" xmlns:p="http://schemas.openxmlformats.org/presentationml/2006/main">
  <p:tag name="SHAPETYPE" val="Status"/>
</p:tagLst>
</file>

<file path=ppt/tags/tag248.xml><?xml version="1.0" encoding="utf-8"?>
<p:tagLst xmlns:a="http://schemas.openxmlformats.org/drawingml/2006/main" xmlns:r="http://schemas.openxmlformats.org/officeDocument/2006/relationships" xmlns:p="http://schemas.openxmlformats.org/presentationml/2006/main">
  <p:tag name="SHAPETYPE" val="Logo"/>
</p:tagLst>
</file>

<file path=ppt/tags/tag249.xml><?xml version="1.0" encoding="utf-8"?>
<p:tagLst xmlns:a="http://schemas.openxmlformats.org/drawingml/2006/main" xmlns:r="http://schemas.openxmlformats.org/officeDocument/2006/relationships" xmlns:p="http://schemas.openxmlformats.org/presentationml/2006/main">
  <p:tag name="SHAPETYPE" val="Logo"/>
</p:tagLst>
</file>

<file path=ppt/tags/tag250.xml><?xml version="1.0" encoding="utf-8"?>
<p:tagLst xmlns:a="http://schemas.openxmlformats.org/drawingml/2006/main" xmlns:r="http://schemas.openxmlformats.org/officeDocument/2006/relationships" xmlns:p="http://schemas.openxmlformats.org/presentationml/2006/main">
  <p:tag name="FRONTIFYASSET" val="S7_5_Terrace_0180_001.tif"/>
</p:tagLst>
</file>

<file path=ppt/theme/theme1.xml><?xml version="1.0" encoding="utf-8"?>
<a:theme xmlns:a="http://schemas.openxmlformats.org/drawingml/2006/main" name="Swiss Life">
  <a:themeElements>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fontScheme name="SwissLif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dirty="0">
            <a:solidFill>
              <a:srgbClr val="FFFFFF"/>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SwissLife">
        <a:dk1>
          <a:sysClr val="windowText" lastClr="000000"/>
        </a:dk1>
        <a:lt1>
          <a:sysClr val="window" lastClr="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A0A0A0"/>
        </a:folHlink>
      </a:clrScheme>
    </a:extraClrScheme>
  </a:extraClrSchemeLst>
  <a:extLst>
    <a:ext uri="{05A4C25C-085E-4340-85A3-A5531E510DB2}">
      <thm15:themeFamily xmlns:thm15="http://schemas.microsoft.com/office/thememl/2012/main" name="SwissLife_20180802(1).potx" id="{8990695B-874F-473D-B75C-CC19CCF7861F}" vid="{5D6F0402-B010-4FCA-9BF3-046832CD86C2}"/>
    </a:ext>
  </a:extLst>
</a:theme>
</file>

<file path=ppt/theme/theme2.xml><?xml version="1.0" encoding="utf-8"?>
<a:theme xmlns:a="http://schemas.openxmlformats.org/drawingml/2006/main" name="1_Swiss Life">
  <a:themeElements>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fontScheme name="SwissLif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dirty="0">
            <a:solidFill>
              <a:srgbClr val="FFFFFF"/>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SwissLife">
        <a:dk1>
          <a:sysClr val="windowText" lastClr="000000"/>
        </a:dk1>
        <a:lt1>
          <a:sysClr val="window" lastClr="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A0A0A0"/>
        </a:folHlink>
      </a:clrScheme>
    </a:extraClrScheme>
  </a:extraClrSchemeLst>
  <a:extLst>
    <a:ext uri="{05A4C25C-085E-4340-85A3-A5531E510DB2}">
      <thm15:themeFamily xmlns:thm15="http://schemas.microsoft.com/office/thememl/2012/main" name="SwissLife.potx" id="{13FB2D96-CEC8-41CD-BC85-3F2E675D83CE}" vid="{8DB60B62-4A0F-410C-BCF7-B47861A6B7DA}"/>
    </a:ext>
  </a:extLst>
</a:theme>
</file>

<file path=ppt/theme/theme3.xml><?xml version="1.0" encoding="utf-8"?>
<a:theme xmlns:a="http://schemas.openxmlformats.org/drawingml/2006/main" name="2_Swiss Life">
  <a:themeElements>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fontScheme name="SwissLif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dirty="0">
            <a:solidFill>
              <a:srgbClr val="FFFFFF"/>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SwissLife">
        <a:dk1>
          <a:sysClr val="windowText" lastClr="000000"/>
        </a:dk1>
        <a:lt1>
          <a:sysClr val="window" lastClr="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A0A0A0"/>
        </a:folHlink>
      </a:clrScheme>
    </a:extraClrScheme>
  </a:extraClrSchemeLst>
  <a:extLst>
    <a:ext uri="{05A4C25C-085E-4340-85A3-A5531E510DB2}">
      <thm15:themeFamily xmlns:thm15="http://schemas.microsoft.com/office/thememl/2012/main" name="SwissLife_20180802(1).potx" id="{8990695B-874F-473D-B75C-CC19CCF7861F}" vid="{5D6F0402-B010-4FCA-9BF3-046832CD86C2}"/>
    </a:ext>
  </a:extLst>
</a:theme>
</file>

<file path=ppt/theme/theme4.xml><?xml version="1.0" encoding="utf-8"?>
<a:theme xmlns:a="http://schemas.openxmlformats.org/drawingml/2006/main" name="3_Swiss Life">
  <a:themeElements>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fontScheme name="SwissLif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dirty="0">
            <a:solidFill>
              <a:srgbClr val="FFFFFF"/>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SwissLife">
        <a:dk1>
          <a:sysClr val="windowText" lastClr="000000"/>
        </a:dk1>
        <a:lt1>
          <a:sysClr val="window" lastClr="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A0A0A0"/>
        </a:folHlink>
      </a:clrScheme>
    </a:extraClrScheme>
  </a:extraClrSchemeLst>
  <a:extLst>
    <a:ext uri="{05A4C25C-085E-4340-85A3-A5531E510DB2}">
      <thm15:themeFamily xmlns:thm15="http://schemas.microsoft.com/office/thememl/2012/main" name="SwissLife.potx" id="{EFF3DFFA-7432-4C25-A310-40BD06641D31}" vid="{A39F2FC8-582D-4B68-BF47-FEF7C800C8F3}"/>
    </a:ext>
  </a:extLst>
</a:theme>
</file>

<file path=ppt/theme/theme5.xml><?xml version="1.0" encoding="utf-8"?>
<a:theme xmlns:a="http://schemas.openxmlformats.org/drawingml/2006/main" name="4_Swiss Life">
  <a:themeElements>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fontScheme name="SwissLif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dirty="0">
            <a:solidFill>
              <a:srgbClr val="FFFFFF"/>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SwissLife">
        <a:dk1>
          <a:sysClr val="windowText" lastClr="000000"/>
        </a:dk1>
        <a:lt1>
          <a:sysClr val="window" lastClr="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A0A0A0"/>
        </a:folHlink>
      </a:clrScheme>
    </a:extraClrScheme>
  </a:extraClrSchemeLst>
  <a:extLst>
    <a:ext uri="{05A4C25C-085E-4340-85A3-A5531E510DB2}">
      <thm15:themeFamily xmlns:thm15="http://schemas.microsoft.com/office/thememl/2012/main" name="SwissLife.potx" id="{13FB2D96-CEC8-41CD-BC85-3F2E675D83CE}" vid="{8DB60B62-4A0F-410C-BCF7-B47861A6B7DA}"/>
    </a:ext>
  </a:extLst>
</a:theme>
</file>

<file path=ppt/theme/theme6.xml><?xml version="1.0" encoding="utf-8"?>
<a:theme xmlns:a="http://schemas.openxmlformats.org/drawingml/2006/main" name="5_Swiss Life">
  <a:themeElements>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fontScheme name="SwissLife">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dirty="0">
            <a:solidFill>
              <a:srgbClr val="FFFFFF"/>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SwissLife">
        <a:dk1>
          <a:sysClr val="windowText" lastClr="000000"/>
        </a:dk1>
        <a:lt1>
          <a:sysClr val="window" lastClr="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A0A0A0"/>
        </a:folHlink>
      </a:clrScheme>
    </a:extraClrScheme>
  </a:extraClrSchemeLst>
  <a:extLst>
    <a:ext uri="{05A4C25C-085E-4340-85A3-A5531E510DB2}">
      <thm15:themeFamily xmlns:thm15="http://schemas.microsoft.com/office/thememl/2012/main" name="{code projet}-CFC num[X] -{libellé projet}.potx  -  version de sauvegarde  -  Lecture seule" id="{60C18C9C-1AB6-473F-BF45-000FF64E5A4A}" vid="{4C3A0733-923B-4BE6-93A9-2710239E40F9}"/>
    </a:ext>
  </a:extLst>
</a:theme>
</file>

<file path=ppt/theme/theme7.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2.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3.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4.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5.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6.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7.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8.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9.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10.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11.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12.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13.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14.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15.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16.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17.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8.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9.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0.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1.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2.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3.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4.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5.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6.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7.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8.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29.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0.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1.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2.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3.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4.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5.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6.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7.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8.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39.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40.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41.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42.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43.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44.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45.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46.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47.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48.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49.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50.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51.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52.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53.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54.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55.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56.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57.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58.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59.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60.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61.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62.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63.xml><?xml version="1.0" encoding="utf-8"?>
<a:themeOverride xmlns:a="http://schemas.openxmlformats.org/drawingml/2006/main">
  <a:clrScheme name="SwissLife">
    <a:dk1>
      <a:srgbClr val="000000"/>
    </a:dk1>
    <a:lt1>
      <a:srgbClr val="FFFFFF"/>
    </a:lt1>
    <a:dk2>
      <a:srgbClr val="A11C36"/>
    </a:dk2>
    <a:lt2>
      <a:srgbClr val="D82034"/>
    </a:lt2>
    <a:accent1>
      <a:srgbClr val="A11C36"/>
    </a:accent1>
    <a:accent2>
      <a:srgbClr val="D08E9B"/>
    </a:accent2>
    <a:accent3>
      <a:srgbClr val="808080"/>
    </a:accent3>
    <a:accent4>
      <a:srgbClr val="C0C0C0"/>
    </a:accent4>
    <a:accent5>
      <a:srgbClr val="6D1874"/>
    </a:accent5>
    <a:accent6>
      <a:srgbClr val="B68CBA"/>
    </a:accent6>
    <a:hlink>
      <a:srgbClr val="D82034"/>
    </a:hlink>
    <a:folHlink>
      <a:srgbClr val="808080"/>
    </a:folHlink>
  </a:clrScheme>
</a:themeOverride>
</file>

<file path=ppt/theme/themeOverride64.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65.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66.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67.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68.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69.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70.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71.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72.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73.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74.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75.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76.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77.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78.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79.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80.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81.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82.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83.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84.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85.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86.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87.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88.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89.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90.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91.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92.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93.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94.xml><?xml version="1.0" encoding="utf-8"?>
<a:themeOverride xmlns:a="http://schemas.openxmlformats.org/drawingml/2006/main">
  <a:clrScheme name="Swiss Life">
    <a:dk1>
      <a:srgbClr val="000000"/>
    </a:dk1>
    <a:lt1>
      <a:srgbClr val="FFFFFF"/>
    </a:lt1>
    <a:dk2>
      <a:srgbClr val="5F7D45"/>
    </a:dk2>
    <a:lt2>
      <a:srgbClr val="D82034"/>
    </a:lt2>
    <a:accent1>
      <a:srgbClr val="5F7D45"/>
    </a:accent1>
    <a:accent2>
      <a:srgbClr val="CCD457"/>
    </a:accent2>
    <a:accent3>
      <a:srgbClr val="808080"/>
    </a:accent3>
    <a:accent4>
      <a:srgbClr val="C0C0C0"/>
    </a:accent4>
    <a:accent5>
      <a:srgbClr val="83CEC5"/>
    </a:accent5>
    <a:accent6>
      <a:srgbClr val="9DBDBC"/>
    </a:accent6>
    <a:hlink>
      <a:srgbClr val="D82034"/>
    </a:hlink>
    <a:folHlink>
      <a:srgbClr val="A0A0A0"/>
    </a:folHlink>
  </a:clrScheme>
</a:themeOverride>
</file>

<file path=ppt/theme/themeOverride95.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96.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97.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98.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99.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00.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01.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02.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03.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04.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05.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06.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07.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08.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09.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10.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11.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12.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13.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14.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15.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16.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17.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18.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19.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20.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21.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22.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23.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24.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25.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26.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27.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28.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29.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30.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ppt/theme/themeOverride131.xml><?xml version="1.0" encoding="utf-8"?>
<a:themeOverride xmlns:a="http://schemas.openxmlformats.org/drawingml/2006/main">
  <a:clrScheme name="Swiss Life">
    <a:dk1>
      <a:srgbClr val="000000"/>
    </a:dk1>
    <a:lt1>
      <a:srgbClr val="FFFFFF"/>
    </a:lt1>
    <a:dk2>
      <a:srgbClr val="A11C36"/>
    </a:dk2>
    <a:lt2>
      <a:srgbClr val="D82034"/>
    </a:lt2>
    <a:accent1>
      <a:srgbClr val="A11C36"/>
    </a:accent1>
    <a:accent2>
      <a:srgbClr val="FD8182"/>
    </a:accent2>
    <a:accent3>
      <a:srgbClr val="808080"/>
    </a:accent3>
    <a:accent4>
      <a:srgbClr val="C0C0C0"/>
    </a:accent4>
    <a:accent5>
      <a:srgbClr val="FCC52D"/>
    </a:accent5>
    <a:accent6>
      <a:srgbClr val="DDBD88"/>
    </a:accent6>
    <a:hlink>
      <a:srgbClr val="D82034"/>
    </a:hlink>
    <a:folHlink>
      <a:srgbClr val="A0A0A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266ba908-ffa7-4436-8b99-79a2afa16f4e">
      <UserInfo>
        <DisplayName>DUBOIS Emmanuel</DisplayName>
        <AccountId>43</AccountId>
        <AccountType/>
      </UserInfo>
      <UserInfo>
        <DisplayName>CHOQUET Xavier</DisplayName>
        <AccountId>25</AccountId>
        <AccountType/>
      </UserInfo>
      <UserInfo>
        <DisplayName>LEPRIEUR Patrice</DisplayName>
        <AccountId>46</AccountId>
        <AccountType/>
      </UserInfo>
    </SharedWithUsers>
    <lcf76f155ced4ddcb4097134ff3c332f xmlns="cd9910e6-ddc5-407f-b0e2-29ebb36b2ca9">
      <Terms xmlns="http://schemas.microsoft.com/office/infopath/2007/PartnerControls"/>
    </lcf76f155ced4ddcb4097134ff3c332f>
    <TaxCatchAll xmlns="266ba908-ffa7-4436-8b99-79a2afa16f4e" xsi:nil="true"/>
    <Contenu xmlns="cd9910e6-ddc5-407f-b0e2-29ebb36b2ca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2D14B202F5F6E49B6728A8537232DB4" ma:contentTypeVersion="19" ma:contentTypeDescription="Crée un document." ma:contentTypeScope="" ma:versionID="16d146da9519668df16466cefac629ac">
  <xsd:schema xmlns:xsd="http://www.w3.org/2001/XMLSchema" xmlns:xs="http://www.w3.org/2001/XMLSchema" xmlns:p="http://schemas.microsoft.com/office/2006/metadata/properties" xmlns:ns2="cd9910e6-ddc5-407f-b0e2-29ebb36b2ca9" xmlns:ns3="266ba908-ffa7-4436-8b99-79a2afa16f4e" targetNamespace="http://schemas.microsoft.com/office/2006/metadata/properties" ma:root="true" ma:fieldsID="c35e2ccb6331c927b520e1e9d94be68d" ns2:_="" ns3:_="">
    <xsd:import namespace="cd9910e6-ddc5-407f-b0e2-29ebb36b2ca9"/>
    <xsd:import namespace="266ba908-ffa7-4436-8b99-79a2afa16f4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Contenu"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9910e6-ddc5-407f-b0e2-29ebb36b2c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Contenu" ma:index="20" nillable="true" ma:displayName="Contenu" ma:format="Dropdown" ma:internalName="Contenu">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66610490-3158-4a33-a5c0-72dab69460a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Location" ma:index="26"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66ba908-ffa7-4436-8b99-79a2afa16f4e" elementFormDefault="qualified">
    <xsd:import namespace="http://schemas.microsoft.com/office/2006/documentManagement/types"/>
    <xsd:import namespace="http://schemas.microsoft.com/office/infopath/2007/PartnerControls"/>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element name="TaxCatchAll" ma:index="23" nillable="true" ma:displayName="Taxonomy Catch All Column" ma:hidden="true" ma:list="{8bd525dc-64dd-4284-a63c-db13359e6e24}" ma:internalName="TaxCatchAll" ma:showField="CatchAllData" ma:web="266ba908-ffa7-4436-8b99-79a2afa16f4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D4096E-00C9-4B71-AB15-9C94E4010E83}">
  <ds:schemaRefs>
    <ds:schemaRef ds:uri="266ba908-ffa7-4436-8b99-79a2afa16f4e"/>
    <ds:schemaRef ds:uri="http://schemas.microsoft.com/office/2006/documentManagement/types"/>
    <ds:schemaRef ds:uri="http://purl.org/dc/dcmitype/"/>
    <ds:schemaRef ds:uri="http://schemas.openxmlformats.org/package/2006/metadata/core-properties"/>
    <ds:schemaRef ds:uri="http://purl.org/dc/elements/1.1/"/>
    <ds:schemaRef ds:uri="http://schemas.microsoft.com/office/2006/metadata/properties"/>
    <ds:schemaRef ds:uri="http://purl.org/dc/terms/"/>
    <ds:schemaRef ds:uri="http://schemas.microsoft.com/office/infopath/2007/PartnerControls"/>
    <ds:schemaRef ds:uri="cd9910e6-ddc5-407f-b0e2-29ebb36b2ca9"/>
    <ds:schemaRef ds:uri="http://www.w3.org/XML/1998/namespace"/>
  </ds:schemaRefs>
</ds:datastoreItem>
</file>

<file path=customXml/itemProps2.xml><?xml version="1.0" encoding="utf-8"?>
<ds:datastoreItem xmlns:ds="http://schemas.openxmlformats.org/officeDocument/2006/customXml" ds:itemID="{66C91CCB-BEF9-4D81-A0C3-548C145C3825}">
  <ds:schemaRefs>
    <ds:schemaRef ds:uri="http://schemas.microsoft.com/sharepoint/v3/contenttype/forms"/>
  </ds:schemaRefs>
</ds:datastoreItem>
</file>

<file path=customXml/itemProps3.xml><?xml version="1.0" encoding="utf-8"?>
<ds:datastoreItem xmlns:ds="http://schemas.openxmlformats.org/officeDocument/2006/customXml" ds:itemID="{368D559E-8536-45F5-9D30-8969D8C847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9910e6-ddc5-407f-b0e2-29ebb36b2ca9"/>
    <ds:schemaRef ds:uri="266ba908-ffa7-4436-8b99-79a2afa16f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e3d755d-5746-41ac-a1a9-5c4a3680df86}" enabled="1" method="Privileged" siteId="{5a2f4072-c135-4375-b2cc-b4239f6832d4}" removed="0"/>
</clbl:labelList>
</file>

<file path=docProps/app.xml><?xml version="1.0" encoding="utf-8"?>
<Properties xmlns="http://schemas.openxmlformats.org/officeDocument/2006/extended-properties" xmlns:vt="http://schemas.openxmlformats.org/officeDocument/2006/docPropsVTypes">
  <TotalTime>428</TotalTime>
  <Words>122</Words>
  <Application>Microsoft Office PowerPoint</Application>
  <PresentationFormat>A3 (297 x 420 mm)</PresentationFormat>
  <Paragraphs>40</Paragraphs>
  <Slides>13</Slides>
  <Notes>7</Notes>
  <HiddenSlides>0</HiddenSlides>
  <MMClips>0</MMClips>
  <ScaleCrop>false</ScaleCrop>
  <HeadingPairs>
    <vt:vector size="8" baseType="variant">
      <vt:variant>
        <vt:lpstr>Polices utilisées</vt:lpstr>
      </vt:variant>
      <vt:variant>
        <vt:i4>11</vt:i4>
      </vt:variant>
      <vt:variant>
        <vt:lpstr>Thème</vt:lpstr>
      </vt:variant>
      <vt:variant>
        <vt:i4>6</vt:i4>
      </vt:variant>
      <vt:variant>
        <vt:lpstr>Serveurs OLE incorporés</vt:lpstr>
      </vt:variant>
      <vt:variant>
        <vt:i4>1</vt:i4>
      </vt:variant>
      <vt:variant>
        <vt:lpstr>Titres des diapositives</vt:lpstr>
      </vt:variant>
      <vt:variant>
        <vt:i4>13</vt:i4>
      </vt:variant>
    </vt:vector>
  </HeadingPairs>
  <TitlesOfParts>
    <vt:vector size="31" baseType="lpstr">
      <vt:lpstr>Arial</vt:lpstr>
      <vt:lpstr>Arial Black</vt:lpstr>
      <vt:lpstr>Arial Narrow</vt:lpstr>
      <vt:lpstr>Book Antiqua</vt:lpstr>
      <vt:lpstr>Calibri</vt:lpstr>
      <vt:lpstr>Courier New</vt:lpstr>
      <vt:lpstr>Noto Sans Symbols</vt:lpstr>
      <vt:lpstr>Poppins</vt:lpstr>
      <vt:lpstr>Source Sans Pro</vt:lpstr>
      <vt:lpstr>Times New Roman</vt:lpstr>
      <vt:lpstr>Wingdings</vt:lpstr>
      <vt:lpstr>Swiss Life</vt:lpstr>
      <vt:lpstr>1_Swiss Life</vt:lpstr>
      <vt:lpstr>2_Swiss Life</vt:lpstr>
      <vt:lpstr>3_Swiss Life</vt:lpstr>
      <vt:lpstr>4_Swiss Life</vt:lpstr>
      <vt:lpstr>5_Swiss Life</vt:lpstr>
      <vt:lpstr>think-cell Slide</vt:lpstr>
      <vt:lpstr>Prep 2025 Event Hub</vt:lpstr>
      <vt:lpstr>Présentation PowerPoint</vt:lpstr>
      <vt:lpstr>Présentation PowerPoint</vt:lpstr>
      <vt:lpstr>Process Générique: Instance dans Camunda</vt:lpstr>
      <vt:lpstr>Process Générique: Instance dans Base Contexte</vt:lpstr>
      <vt:lpstr>Présentation PowerPoint</vt:lpstr>
      <vt:lpstr>Process Bratislava: Instance dans Camunda</vt:lpstr>
      <vt:lpstr>Process Bratislava: Instance dans Base Contexte</vt:lpstr>
      <vt:lpstr>Présentation PowerPoint</vt:lpstr>
      <vt:lpstr>Présentation PowerPoint</vt:lpstr>
      <vt:lpstr>Process Complexe: Instance dans Camunda</vt:lpstr>
      <vt:lpstr>Process complexe: Instance dans Base Contexte</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Axel BARREAU</dc:creator>
  <cp:lastModifiedBy>AITIKKENE Abdeljalil</cp:lastModifiedBy>
  <cp:revision>9</cp:revision>
  <cp:lastPrinted>2024-04-12T13:56:58Z</cp:lastPrinted>
  <dcterms:created xsi:type="dcterms:W3CDTF">2020-06-19T12:20:54Z</dcterms:created>
  <dcterms:modified xsi:type="dcterms:W3CDTF">2026-04-21T18:58:03Z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0x010100E2D14B202F5F6E49B6728A8537232DB4</vt:lpwstr>
  </property>
  <property fmtid="{D5CDD505-2E9C-101B-9397-08002B2CF9AE}" pid="3" name="MediaServiceImageTags">
    <vt:lpwstr/>
  </property>
  <property fmtid="{D5CDD505-2E9C-101B-9397-08002B2CF9AE}" pid="4" name="ClassificationContentMarkingFooterLocations">
    <vt:lpwstr>Swiss Life:7\1_Swiss Life:14</vt:lpwstr>
  </property>
  <property fmtid="{D5CDD505-2E9C-101B-9397-08002B2CF9AE}" pid="5" name="ClassificationContentMarkingFooterText">
    <vt:lpwstr>C1 - Interne</vt:lpwstr>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ies>
</file>